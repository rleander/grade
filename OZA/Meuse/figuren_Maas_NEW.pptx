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931" r:id="rId5"/>
    <p:sldId id="924" r:id="rId6"/>
    <p:sldId id="932" r:id="rId7"/>
    <p:sldId id="926" r:id="rId8"/>
    <p:sldId id="925" r:id="rId9"/>
    <p:sldId id="928" r:id="rId10"/>
    <p:sldId id="933" r:id="rId11"/>
    <p:sldId id="929" r:id="rId12"/>
    <p:sldId id="934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drik Meijer" initials="DM" lastIdx="1" clrIdx="0">
    <p:extLst>
      <p:ext uri="{19B8F6BF-5375-455C-9EA6-DF929625EA0E}">
        <p15:presenceInfo xmlns:p15="http://schemas.microsoft.com/office/powerpoint/2012/main" userId="S::Didrik.Meijer@deltares.nl::716bc047-bf58-4726-b47d-875e6d5b4040" providerId="AD"/>
      </p:ext>
    </p:extLst>
  </p:cmAuthor>
  <p:cmAuthor id="2" name="Tjitske Geertsema" initials="TG" lastIdx="3" clrIdx="1">
    <p:extLst>
      <p:ext uri="{19B8F6BF-5375-455C-9EA6-DF929625EA0E}">
        <p15:presenceInfo xmlns:p15="http://schemas.microsoft.com/office/powerpoint/2012/main" userId="S::Tjitske.Geertsema@deltares.nl::b078b628-d6fd-4ab1-b30b-7b4b1fb773f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79"/>
    <a:srgbClr val="A3FFA3"/>
    <a:srgbClr val="66FF66"/>
    <a:srgbClr val="9BFF9D"/>
    <a:srgbClr val="9BFFE7"/>
    <a:srgbClr val="FF3300"/>
    <a:srgbClr val="CC0000"/>
    <a:srgbClr val="A50021"/>
    <a:srgbClr val="00B38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0D948-03CF-449F-BC6E-AE257B9BC520}" v="107" dt="2021-02-19T09:55:20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3476" autoAdjust="0"/>
  </p:normalViewPr>
  <p:slideViewPr>
    <p:cSldViewPr snapToGrid="0" showGuides="1">
      <p:cViewPr varScale="1">
        <p:scale>
          <a:sx n="80" d="100"/>
          <a:sy n="80" d="100"/>
        </p:scale>
        <p:origin x="72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67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gnauer" userId="ee632d86-1f57-4471-b2d8-bc8fbd9b7f34" providerId="ADAL" clId="{6540D948-03CF-449F-BC6E-AE257B9BC520}"/>
    <pc:docChg chg="undo custSel addSld delSld modSld sldOrd">
      <pc:chgData name="Mark Hegnauer" userId="ee632d86-1f57-4471-b2d8-bc8fbd9b7f34" providerId="ADAL" clId="{6540D948-03CF-449F-BC6E-AE257B9BC520}" dt="2021-02-19T09:55:36.952" v="534" actId="13926"/>
      <pc:docMkLst>
        <pc:docMk/>
      </pc:docMkLst>
      <pc:sldChg chg="addSp delSp modSp">
        <pc:chgData name="Mark Hegnauer" userId="ee632d86-1f57-4471-b2d8-bc8fbd9b7f34" providerId="ADAL" clId="{6540D948-03CF-449F-BC6E-AE257B9BC520}" dt="2021-02-19T06:50:16.444" v="338" actId="478"/>
        <pc:sldMkLst>
          <pc:docMk/>
          <pc:sldMk cId="1761844619" sldId="924"/>
        </pc:sldMkLst>
        <pc:spChg chg="mod">
          <ac:chgData name="Mark Hegnauer" userId="ee632d86-1f57-4471-b2d8-bc8fbd9b7f34" providerId="ADAL" clId="{6540D948-03CF-449F-BC6E-AE257B9BC520}" dt="2021-02-18T16:41:14.482" v="196" actId="20577"/>
          <ac:spMkLst>
            <pc:docMk/>
            <pc:sldMk cId="1761844619" sldId="924"/>
            <ac:spMk id="2" creationId="{788A4D74-0138-4615-8BF6-877A50E1B155}"/>
          </ac:spMkLst>
        </pc:spChg>
        <pc:picChg chg="add del mod">
          <ac:chgData name="Mark Hegnauer" userId="ee632d86-1f57-4471-b2d8-bc8fbd9b7f34" providerId="ADAL" clId="{6540D948-03CF-449F-BC6E-AE257B9BC520}" dt="2021-02-18T16:17:37.471" v="46" actId="478"/>
          <ac:picMkLst>
            <pc:docMk/>
            <pc:sldMk cId="1761844619" sldId="924"/>
            <ac:picMk id="3" creationId="{9B237D08-9A5A-4074-B4E3-CAD5AFC7DCA2}"/>
          </ac:picMkLst>
        </pc:picChg>
        <pc:picChg chg="del">
          <ac:chgData name="Mark Hegnauer" userId="ee632d86-1f57-4471-b2d8-bc8fbd9b7f34" providerId="ADAL" clId="{6540D948-03CF-449F-BC6E-AE257B9BC520}" dt="2021-02-18T16:17:21.037" v="42" actId="478"/>
          <ac:picMkLst>
            <pc:docMk/>
            <pc:sldMk cId="1761844619" sldId="924"/>
            <ac:picMk id="1026" creationId="{79DDF5BB-4F4D-4DD6-9B9A-F202102FD270}"/>
          </ac:picMkLst>
        </pc:picChg>
        <pc:picChg chg="add del mod">
          <ac:chgData name="Mark Hegnauer" userId="ee632d86-1f57-4471-b2d8-bc8fbd9b7f34" providerId="ADAL" clId="{6540D948-03CF-449F-BC6E-AE257B9BC520}" dt="2021-02-19T06:50:16.444" v="338" actId="478"/>
          <ac:picMkLst>
            <pc:docMk/>
            <pc:sldMk cId="1761844619" sldId="924"/>
            <ac:picMk id="1028" creationId="{3DADE9B6-E88C-46B9-A1D5-D343EAC67448}"/>
          </ac:picMkLst>
        </pc:picChg>
        <pc:picChg chg="add del mod">
          <ac:chgData name="Mark Hegnauer" userId="ee632d86-1f57-4471-b2d8-bc8fbd9b7f34" providerId="ADAL" clId="{6540D948-03CF-449F-BC6E-AE257B9BC520}" dt="2021-02-18T16:21:26.271" v="106"/>
          <ac:picMkLst>
            <pc:docMk/>
            <pc:sldMk cId="1761844619" sldId="924"/>
            <ac:picMk id="1030" creationId="{D719972C-5D07-4754-AF02-C230981BCF76}"/>
          </ac:picMkLst>
        </pc:picChg>
        <pc:picChg chg="add mod ord">
          <ac:chgData name="Mark Hegnauer" userId="ee632d86-1f57-4471-b2d8-bc8fbd9b7f34" providerId="ADAL" clId="{6540D948-03CF-449F-BC6E-AE257B9BC520}" dt="2021-02-19T06:50:15.337" v="337" actId="167"/>
          <ac:picMkLst>
            <pc:docMk/>
            <pc:sldMk cId="1761844619" sldId="924"/>
            <ac:picMk id="1032" creationId="{0E4384C5-F416-4285-BF83-EFE024DB2D27}"/>
          </ac:picMkLst>
        </pc:picChg>
      </pc:sldChg>
      <pc:sldChg chg="addSp delSp modSp">
        <pc:chgData name="Mark Hegnauer" userId="ee632d86-1f57-4471-b2d8-bc8fbd9b7f34" providerId="ADAL" clId="{6540D948-03CF-449F-BC6E-AE257B9BC520}" dt="2021-02-19T06:48:35.977" v="328" actId="478"/>
        <pc:sldMkLst>
          <pc:docMk/>
          <pc:sldMk cId="1615889880" sldId="925"/>
        </pc:sldMkLst>
        <pc:spChg chg="mod">
          <ac:chgData name="Mark Hegnauer" userId="ee632d86-1f57-4471-b2d8-bc8fbd9b7f34" providerId="ADAL" clId="{6540D948-03CF-449F-BC6E-AE257B9BC520}" dt="2021-02-18T16:40:51.698" v="163" actId="20577"/>
          <ac:spMkLst>
            <pc:docMk/>
            <pc:sldMk cId="1615889880" sldId="925"/>
            <ac:spMk id="2" creationId="{788A4D74-0138-4615-8BF6-877A50E1B155}"/>
          </ac:spMkLst>
        </pc:spChg>
        <pc:picChg chg="add del">
          <ac:chgData name="Mark Hegnauer" userId="ee632d86-1f57-4471-b2d8-bc8fbd9b7f34" providerId="ADAL" clId="{6540D948-03CF-449F-BC6E-AE257B9BC520}" dt="2021-02-19T06:48:35.977" v="328" actId="478"/>
          <ac:picMkLst>
            <pc:docMk/>
            <pc:sldMk cId="1615889880" sldId="925"/>
            <ac:picMk id="7" creationId="{328DB6E2-F130-4985-A23F-E44891F081B7}"/>
          </ac:picMkLst>
        </pc:picChg>
        <pc:picChg chg="del">
          <ac:chgData name="Mark Hegnauer" userId="ee632d86-1f57-4471-b2d8-bc8fbd9b7f34" providerId="ADAL" clId="{6540D948-03CF-449F-BC6E-AE257B9BC520}" dt="2021-02-18T16:24:23.105" v="118" actId="478"/>
          <ac:picMkLst>
            <pc:docMk/>
            <pc:sldMk cId="1615889880" sldId="925"/>
            <ac:picMk id="2050" creationId="{1F54B212-A704-4690-B276-A92217951069}"/>
          </ac:picMkLst>
        </pc:picChg>
        <pc:picChg chg="add del">
          <ac:chgData name="Mark Hegnauer" userId="ee632d86-1f57-4471-b2d8-bc8fbd9b7f34" providerId="ADAL" clId="{6540D948-03CF-449F-BC6E-AE257B9BC520}" dt="2021-02-18T16:28:29.703" v="121"/>
          <ac:picMkLst>
            <pc:docMk/>
            <pc:sldMk cId="1615889880" sldId="925"/>
            <ac:picMk id="3074" creationId="{C29DB98D-79BC-4EA7-8C89-88EA59ED2BAC}"/>
          </ac:picMkLst>
        </pc:picChg>
        <pc:picChg chg="add del mod">
          <ac:chgData name="Mark Hegnauer" userId="ee632d86-1f57-4471-b2d8-bc8fbd9b7f34" providerId="ADAL" clId="{6540D948-03CF-449F-BC6E-AE257B9BC520}" dt="2021-02-18T16:28:53.158" v="125"/>
          <ac:picMkLst>
            <pc:docMk/>
            <pc:sldMk cId="1615889880" sldId="925"/>
            <ac:picMk id="3076" creationId="{D5A36D17-4AF2-487D-BD21-ADE5052F721D}"/>
          </ac:picMkLst>
        </pc:picChg>
        <pc:picChg chg="add del mod">
          <ac:chgData name="Mark Hegnauer" userId="ee632d86-1f57-4471-b2d8-bc8fbd9b7f34" providerId="ADAL" clId="{6540D948-03CF-449F-BC6E-AE257B9BC520}" dt="2021-02-18T16:49:47.628" v="280"/>
          <ac:picMkLst>
            <pc:docMk/>
            <pc:sldMk cId="1615889880" sldId="925"/>
            <ac:picMk id="3078" creationId="{9847F4A6-3F16-46D7-A79F-61C1B9EC3FB1}"/>
          </ac:picMkLst>
        </pc:picChg>
        <pc:picChg chg="add mod ord">
          <ac:chgData name="Mark Hegnauer" userId="ee632d86-1f57-4471-b2d8-bc8fbd9b7f34" providerId="ADAL" clId="{6540D948-03CF-449F-BC6E-AE257B9BC520}" dt="2021-02-19T06:48:34.767" v="327" actId="167"/>
          <ac:picMkLst>
            <pc:docMk/>
            <pc:sldMk cId="1615889880" sldId="925"/>
            <ac:picMk id="3080" creationId="{51A71F7A-ECB8-4A75-AB80-80BCD2D6C7DD}"/>
          </ac:picMkLst>
        </pc:picChg>
      </pc:sldChg>
      <pc:sldChg chg="addSp delSp modSp ord">
        <pc:chgData name="Mark Hegnauer" userId="ee632d86-1f57-4471-b2d8-bc8fbd9b7f34" providerId="ADAL" clId="{6540D948-03CF-449F-BC6E-AE257B9BC520}" dt="2021-02-19T07:12:31.977" v="426"/>
        <pc:sldMkLst>
          <pc:docMk/>
          <pc:sldMk cId="2397060725" sldId="926"/>
        </pc:sldMkLst>
        <pc:spChg chg="mod">
          <ac:chgData name="Mark Hegnauer" userId="ee632d86-1f57-4471-b2d8-bc8fbd9b7f34" providerId="ADAL" clId="{6540D948-03CF-449F-BC6E-AE257B9BC520}" dt="2021-02-18T16:41:39.365" v="238" actId="20577"/>
          <ac:spMkLst>
            <pc:docMk/>
            <pc:sldMk cId="2397060725" sldId="926"/>
            <ac:spMk id="2" creationId="{788A4D74-0138-4615-8BF6-877A50E1B155}"/>
          </ac:spMkLst>
        </pc:spChg>
        <pc:picChg chg="add del">
          <ac:chgData name="Mark Hegnauer" userId="ee632d86-1f57-4471-b2d8-bc8fbd9b7f34" providerId="ADAL" clId="{6540D948-03CF-449F-BC6E-AE257B9BC520}" dt="2021-02-18T16:29:12.566" v="128" actId="478"/>
          <ac:picMkLst>
            <pc:docMk/>
            <pc:sldMk cId="2397060725" sldId="926"/>
            <ac:picMk id="7" creationId="{5A08D596-4A34-45DD-AB62-262A830B5E1F}"/>
          </ac:picMkLst>
        </pc:picChg>
        <pc:picChg chg="add">
          <ac:chgData name="Mark Hegnauer" userId="ee632d86-1f57-4471-b2d8-bc8fbd9b7f34" providerId="ADAL" clId="{6540D948-03CF-449F-BC6E-AE257B9BC520}" dt="2021-02-19T06:46:46.141" v="316"/>
          <ac:picMkLst>
            <pc:docMk/>
            <pc:sldMk cId="2397060725" sldId="926"/>
            <ac:picMk id="8" creationId="{AEB1BB4F-F6EF-46D0-A59E-5256C302722C}"/>
          </ac:picMkLst>
        </pc:picChg>
        <pc:picChg chg="del">
          <ac:chgData name="Mark Hegnauer" userId="ee632d86-1f57-4471-b2d8-bc8fbd9b7f34" providerId="ADAL" clId="{6540D948-03CF-449F-BC6E-AE257B9BC520}" dt="2021-02-18T16:28:56.936" v="126" actId="478"/>
          <ac:picMkLst>
            <pc:docMk/>
            <pc:sldMk cId="2397060725" sldId="926"/>
            <ac:picMk id="3074" creationId="{B295EA84-FFB2-411E-8B97-64DA70C54FF7}"/>
          </ac:picMkLst>
        </pc:picChg>
      </pc:sldChg>
      <pc:sldChg chg="delSp del">
        <pc:chgData name="Mark Hegnauer" userId="ee632d86-1f57-4471-b2d8-bc8fbd9b7f34" providerId="ADAL" clId="{6540D948-03CF-449F-BC6E-AE257B9BC520}" dt="2021-02-18T16:55:24.330" v="287" actId="2696"/>
        <pc:sldMkLst>
          <pc:docMk/>
          <pc:sldMk cId="2110287505" sldId="927"/>
        </pc:sldMkLst>
        <pc:picChg chg="del">
          <ac:chgData name="Mark Hegnauer" userId="ee632d86-1f57-4471-b2d8-bc8fbd9b7f34" providerId="ADAL" clId="{6540D948-03CF-449F-BC6E-AE257B9BC520}" dt="2021-02-18T16:42:10.315" v="269" actId="478"/>
          <ac:picMkLst>
            <pc:docMk/>
            <pc:sldMk cId="2110287505" sldId="927"/>
            <ac:picMk id="4098" creationId="{D7C5BB1F-2AA9-41F8-924E-B043F6F73EBA}"/>
          </ac:picMkLst>
        </pc:picChg>
      </pc:sldChg>
      <pc:sldChg chg="addSp delSp modSp">
        <pc:chgData name="Mark Hegnauer" userId="ee632d86-1f57-4471-b2d8-bc8fbd9b7f34" providerId="ADAL" clId="{6540D948-03CF-449F-BC6E-AE257B9BC520}" dt="2021-02-19T06:47:27.040" v="321" actId="478"/>
        <pc:sldMkLst>
          <pc:docMk/>
          <pc:sldMk cId="3544164825" sldId="928"/>
        </pc:sldMkLst>
        <pc:spChg chg="mod">
          <ac:chgData name="Mark Hegnauer" userId="ee632d86-1f57-4471-b2d8-bc8fbd9b7f34" providerId="ADAL" clId="{6540D948-03CF-449F-BC6E-AE257B9BC520}" dt="2021-02-18T16:42:05.804" v="268" actId="20577"/>
          <ac:spMkLst>
            <pc:docMk/>
            <pc:sldMk cId="3544164825" sldId="928"/>
            <ac:spMk id="2" creationId="{788A4D74-0138-4615-8BF6-877A50E1B155}"/>
          </ac:spMkLst>
        </pc:spChg>
        <pc:picChg chg="add del">
          <ac:chgData name="Mark Hegnauer" userId="ee632d86-1f57-4471-b2d8-bc8fbd9b7f34" providerId="ADAL" clId="{6540D948-03CF-449F-BC6E-AE257B9BC520}" dt="2021-02-19T06:44:27.605" v="305" actId="478"/>
          <ac:picMkLst>
            <pc:docMk/>
            <pc:sldMk cId="3544164825" sldId="928"/>
            <ac:picMk id="7" creationId="{2C92CB9C-05A1-42A9-A0A9-43995973F474}"/>
          </ac:picMkLst>
        </pc:picChg>
        <pc:picChg chg="del">
          <ac:chgData name="Mark Hegnauer" userId="ee632d86-1f57-4471-b2d8-bc8fbd9b7f34" providerId="ADAL" clId="{6540D948-03CF-449F-BC6E-AE257B9BC520}" dt="2021-02-18T16:42:12.632" v="270" actId="478"/>
          <ac:picMkLst>
            <pc:docMk/>
            <pc:sldMk cId="3544164825" sldId="928"/>
            <ac:picMk id="5122" creationId="{28234383-A0BA-4B29-B19A-6542A2B54959}"/>
          </ac:picMkLst>
        </pc:picChg>
        <pc:picChg chg="add del mod ord">
          <ac:chgData name="Mark Hegnauer" userId="ee632d86-1f57-4471-b2d8-bc8fbd9b7f34" providerId="ADAL" clId="{6540D948-03CF-449F-BC6E-AE257B9BC520}" dt="2021-02-19T06:47:27.040" v="321" actId="478"/>
          <ac:picMkLst>
            <pc:docMk/>
            <pc:sldMk cId="3544164825" sldId="928"/>
            <ac:picMk id="6146" creationId="{D2DEC844-7565-4522-B81B-D351045D3A27}"/>
          </ac:picMkLst>
        </pc:picChg>
        <pc:picChg chg="add mod ord">
          <ac:chgData name="Mark Hegnauer" userId="ee632d86-1f57-4471-b2d8-bc8fbd9b7f34" providerId="ADAL" clId="{6540D948-03CF-449F-BC6E-AE257B9BC520}" dt="2021-02-19T06:47:25.780" v="320" actId="167"/>
          <ac:picMkLst>
            <pc:docMk/>
            <pc:sldMk cId="3544164825" sldId="928"/>
            <ac:picMk id="6148" creationId="{0B71A043-32C4-44C1-A243-43CFC50EC322}"/>
          </ac:picMkLst>
        </pc:picChg>
      </pc:sldChg>
      <pc:sldChg chg="addSp delSp modSp">
        <pc:chgData name="Mark Hegnauer" userId="ee632d86-1f57-4471-b2d8-bc8fbd9b7f34" providerId="ADAL" clId="{6540D948-03CF-449F-BC6E-AE257B9BC520}" dt="2021-02-19T07:36:59.240" v="505" actId="1076"/>
        <pc:sldMkLst>
          <pc:docMk/>
          <pc:sldMk cId="3166173096" sldId="929"/>
        </pc:sldMkLst>
        <pc:spChg chg="del mod">
          <ac:chgData name="Mark Hegnauer" userId="ee632d86-1f57-4471-b2d8-bc8fbd9b7f34" providerId="ADAL" clId="{6540D948-03CF-449F-BC6E-AE257B9BC520}" dt="2021-02-19T07:11:56.285" v="421" actId="478"/>
          <ac:spMkLst>
            <pc:docMk/>
            <pc:sldMk cId="3166173096" sldId="929"/>
            <ac:spMk id="2" creationId="{788A4D74-0138-4615-8BF6-877A50E1B155}"/>
          </ac:spMkLst>
        </pc:spChg>
        <pc:spChg chg="add del mod">
          <ac:chgData name="Mark Hegnauer" userId="ee632d86-1f57-4471-b2d8-bc8fbd9b7f34" providerId="ADAL" clId="{6540D948-03CF-449F-BC6E-AE257B9BC520}" dt="2021-02-19T07:11:57.650" v="422" actId="478"/>
          <ac:spMkLst>
            <pc:docMk/>
            <pc:sldMk cId="3166173096" sldId="929"/>
            <ac:spMk id="18" creationId="{465482A0-6962-4C0E-B35A-073987E0DDC7}"/>
          </ac:spMkLst>
        </pc:spChg>
        <pc:spChg chg="add mod">
          <ac:chgData name="Mark Hegnauer" userId="ee632d86-1f57-4471-b2d8-bc8fbd9b7f34" providerId="ADAL" clId="{6540D948-03CF-449F-BC6E-AE257B9BC520}" dt="2021-02-19T07:36:44.470" v="482" actId="1076"/>
          <ac:spMkLst>
            <pc:docMk/>
            <pc:sldMk cId="3166173096" sldId="929"/>
            <ac:spMk id="20" creationId="{44B1D3DE-A02E-4DA1-A51D-670950A1B154}"/>
          </ac:spMkLst>
        </pc:spChg>
        <pc:spChg chg="add mod">
          <ac:chgData name="Mark Hegnauer" userId="ee632d86-1f57-4471-b2d8-bc8fbd9b7f34" providerId="ADAL" clId="{6540D948-03CF-449F-BC6E-AE257B9BC520}" dt="2021-02-19T07:36:59.240" v="505" actId="1076"/>
          <ac:spMkLst>
            <pc:docMk/>
            <pc:sldMk cId="3166173096" sldId="929"/>
            <ac:spMk id="21" creationId="{3A87BECB-1F5B-4ACE-B94C-B14B482D00A8}"/>
          </ac:spMkLst>
        </pc:spChg>
        <pc:graphicFrameChg chg="add del mod">
          <ac:chgData name="Mark Hegnauer" userId="ee632d86-1f57-4471-b2d8-bc8fbd9b7f34" providerId="ADAL" clId="{6540D948-03CF-449F-BC6E-AE257B9BC520}" dt="2021-02-19T07:08:43.764" v="349"/>
          <ac:graphicFrameMkLst>
            <pc:docMk/>
            <pc:sldMk cId="3166173096" sldId="929"/>
            <ac:graphicFrameMk id="8" creationId="{22E8B013-1901-4959-B4FD-EA579C375D1D}"/>
          </ac:graphicFrameMkLst>
        </pc:graphicFrameChg>
        <pc:graphicFrameChg chg="add del mod modGraphic">
          <ac:chgData name="Mark Hegnauer" userId="ee632d86-1f57-4471-b2d8-bc8fbd9b7f34" providerId="ADAL" clId="{6540D948-03CF-449F-BC6E-AE257B9BC520}" dt="2021-02-19T07:08:43.764" v="349"/>
          <ac:graphicFrameMkLst>
            <pc:docMk/>
            <pc:sldMk cId="3166173096" sldId="929"/>
            <ac:graphicFrameMk id="9" creationId="{26F6A3AD-1CE2-49A0-A4B1-42E60B8E594C}"/>
          </ac:graphicFrameMkLst>
        </pc:graphicFrameChg>
        <pc:graphicFrameChg chg="add del">
          <ac:chgData name="Mark Hegnauer" userId="ee632d86-1f57-4471-b2d8-bc8fbd9b7f34" providerId="ADAL" clId="{6540D948-03CF-449F-BC6E-AE257B9BC520}" dt="2021-02-19T07:08:49.240" v="351"/>
          <ac:graphicFrameMkLst>
            <pc:docMk/>
            <pc:sldMk cId="3166173096" sldId="929"/>
            <ac:graphicFrameMk id="10" creationId="{50CE6241-BED1-4FBC-98D0-9B14738C41C6}"/>
          </ac:graphicFrameMkLst>
        </pc:graphicFrameChg>
        <pc:graphicFrameChg chg="add del mod">
          <ac:chgData name="Mark Hegnauer" userId="ee632d86-1f57-4471-b2d8-bc8fbd9b7f34" providerId="ADAL" clId="{6540D948-03CF-449F-BC6E-AE257B9BC520}" dt="2021-02-19T07:09:10.154" v="359" actId="478"/>
          <ac:graphicFrameMkLst>
            <pc:docMk/>
            <pc:sldMk cId="3166173096" sldId="929"/>
            <ac:graphicFrameMk id="11" creationId="{E396D914-EABF-4562-8F88-2A9C6C6D5854}"/>
          </ac:graphicFrameMkLst>
        </pc:graphicFrameChg>
        <pc:graphicFrameChg chg="add del mod">
          <ac:chgData name="Mark Hegnauer" userId="ee632d86-1f57-4471-b2d8-bc8fbd9b7f34" providerId="ADAL" clId="{6540D948-03CF-449F-BC6E-AE257B9BC520}" dt="2021-02-19T07:09:03.416" v="358"/>
          <ac:graphicFrameMkLst>
            <pc:docMk/>
            <pc:sldMk cId="3166173096" sldId="929"/>
            <ac:graphicFrameMk id="12" creationId="{4F6469A9-4F95-447B-83E0-BABAE69BBE8C}"/>
          </ac:graphicFrameMkLst>
        </pc:graphicFrameChg>
        <pc:graphicFrameChg chg="add del">
          <ac:chgData name="Mark Hegnauer" userId="ee632d86-1f57-4471-b2d8-bc8fbd9b7f34" providerId="ADAL" clId="{6540D948-03CF-449F-BC6E-AE257B9BC520}" dt="2021-02-19T07:09:03.416" v="358"/>
          <ac:graphicFrameMkLst>
            <pc:docMk/>
            <pc:sldMk cId="3166173096" sldId="929"/>
            <ac:graphicFrameMk id="13" creationId="{8A8C728C-662F-4FA4-A76D-2A0A65C698F8}"/>
          </ac:graphicFrameMkLst>
        </pc:graphicFrameChg>
        <pc:graphicFrameChg chg="mod modGraphic">
          <ac:chgData name="Mark Hegnauer" userId="ee632d86-1f57-4471-b2d8-bc8fbd9b7f34" providerId="ADAL" clId="{6540D948-03CF-449F-BC6E-AE257B9BC520}" dt="2021-02-19T07:34:02.645" v="433" actId="1076"/>
          <ac:graphicFrameMkLst>
            <pc:docMk/>
            <pc:sldMk cId="3166173096" sldId="929"/>
            <ac:graphicFrameMk id="14" creationId="{A3A8573C-5DA6-4A69-B414-5FF2AC8F3484}"/>
          </ac:graphicFrameMkLst>
        </pc:graphicFrameChg>
        <pc:graphicFrameChg chg="add del mod">
          <ac:chgData name="Mark Hegnauer" userId="ee632d86-1f57-4471-b2d8-bc8fbd9b7f34" providerId="ADAL" clId="{6540D948-03CF-449F-BC6E-AE257B9BC520}" dt="2021-02-19T07:09:30.822" v="366"/>
          <ac:graphicFrameMkLst>
            <pc:docMk/>
            <pc:sldMk cId="3166173096" sldId="929"/>
            <ac:graphicFrameMk id="15" creationId="{03F5C128-52B1-49E7-91D9-B7CEA62EE647}"/>
          </ac:graphicFrameMkLst>
        </pc:graphicFrameChg>
        <pc:graphicFrameChg chg="add del">
          <ac:chgData name="Mark Hegnauer" userId="ee632d86-1f57-4471-b2d8-bc8fbd9b7f34" providerId="ADAL" clId="{6540D948-03CF-449F-BC6E-AE257B9BC520}" dt="2021-02-19T07:09:30.822" v="366"/>
          <ac:graphicFrameMkLst>
            <pc:docMk/>
            <pc:sldMk cId="3166173096" sldId="929"/>
            <ac:graphicFrameMk id="16" creationId="{A6B7D8F4-F617-4930-82F9-5FB203A21B51}"/>
          </ac:graphicFrameMkLst>
        </pc:graphicFrameChg>
        <pc:graphicFrameChg chg="add mod modGraphic">
          <ac:chgData name="Mark Hegnauer" userId="ee632d86-1f57-4471-b2d8-bc8fbd9b7f34" providerId="ADAL" clId="{6540D948-03CF-449F-BC6E-AE257B9BC520}" dt="2021-02-19T07:34:53.366" v="446" actId="1076"/>
          <ac:graphicFrameMkLst>
            <pc:docMk/>
            <pc:sldMk cId="3166173096" sldId="929"/>
            <ac:graphicFrameMk id="19" creationId="{17D2E42E-2F3A-4059-88B8-2C6E9A12B5BE}"/>
          </ac:graphicFrameMkLst>
        </pc:graphicFrameChg>
        <pc:picChg chg="del">
          <ac:chgData name="Mark Hegnauer" userId="ee632d86-1f57-4471-b2d8-bc8fbd9b7f34" providerId="ADAL" clId="{6540D948-03CF-449F-BC6E-AE257B9BC520}" dt="2021-02-18T16:42:24.715" v="276" actId="478"/>
          <ac:picMkLst>
            <pc:docMk/>
            <pc:sldMk cId="3166173096" sldId="929"/>
            <ac:picMk id="3" creationId="{7AAEB08F-30A4-41CC-9E65-8E60C34BD307}"/>
          </ac:picMkLst>
        </pc:picChg>
        <pc:picChg chg="add del mod">
          <ac:chgData name="Mark Hegnauer" userId="ee632d86-1f57-4471-b2d8-bc8fbd9b7f34" providerId="ADAL" clId="{6540D948-03CF-449F-BC6E-AE257B9BC520}" dt="2021-02-19T07:07:45.832" v="339" actId="478"/>
          <ac:picMkLst>
            <pc:docMk/>
            <pc:sldMk cId="3166173096" sldId="929"/>
            <ac:picMk id="7" creationId="{DCA383E4-1341-4059-AFB6-60FF200E018E}"/>
          </ac:picMkLst>
        </pc:picChg>
      </pc:sldChg>
      <pc:sldChg chg="add del">
        <pc:chgData name="Mark Hegnauer" userId="ee632d86-1f57-4471-b2d8-bc8fbd9b7f34" providerId="ADAL" clId="{6540D948-03CF-449F-BC6E-AE257B9BC520}" dt="2021-02-18T16:23:01.337" v="109" actId="2696"/>
        <pc:sldMkLst>
          <pc:docMk/>
          <pc:sldMk cId="2068006379" sldId="930"/>
        </pc:sldMkLst>
      </pc:sldChg>
      <pc:sldChg chg="add del">
        <pc:chgData name="Mark Hegnauer" userId="ee632d86-1f57-4471-b2d8-bc8fbd9b7f34" providerId="ADAL" clId="{6540D948-03CF-449F-BC6E-AE257B9BC520}" dt="2021-02-18T16:19:28.956" v="51"/>
        <pc:sldMkLst>
          <pc:docMk/>
          <pc:sldMk cId="3804971951" sldId="931"/>
        </pc:sldMkLst>
      </pc:sldChg>
      <pc:sldChg chg="addSp delSp modSp add ord">
        <pc:chgData name="Mark Hegnauer" userId="ee632d86-1f57-4471-b2d8-bc8fbd9b7f34" providerId="ADAL" clId="{6540D948-03CF-449F-BC6E-AE257B9BC520}" dt="2021-02-19T07:12:14.613" v="424"/>
        <pc:sldMkLst>
          <pc:docMk/>
          <pc:sldMk cId="4027070068" sldId="931"/>
        </pc:sldMkLst>
        <pc:spChg chg="mod">
          <ac:chgData name="Mark Hegnauer" userId="ee632d86-1f57-4471-b2d8-bc8fbd9b7f34" providerId="ADAL" clId="{6540D948-03CF-449F-BC6E-AE257B9BC520}" dt="2021-02-18T16:41:07.348" v="186" actId="20577"/>
          <ac:spMkLst>
            <pc:docMk/>
            <pc:sldMk cId="4027070068" sldId="931"/>
            <ac:spMk id="2" creationId="{788A4D74-0138-4615-8BF6-877A50E1B155}"/>
          </ac:spMkLst>
        </pc:spChg>
        <pc:picChg chg="add del mod modCrop">
          <ac:chgData name="Mark Hegnauer" userId="ee632d86-1f57-4471-b2d8-bc8fbd9b7f34" providerId="ADAL" clId="{6540D948-03CF-449F-BC6E-AE257B9BC520}" dt="2021-02-19T06:49:25.357" v="333" actId="478"/>
          <ac:picMkLst>
            <pc:docMk/>
            <pc:sldMk cId="4027070068" sldId="931"/>
            <ac:picMk id="8" creationId="{21AAD84C-8C5C-4740-B10D-80516028C816}"/>
          </ac:picMkLst>
        </pc:picChg>
        <pc:picChg chg="del">
          <ac:chgData name="Mark Hegnauer" userId="ee632d86-1f57-4471-b2d8-bc8fbd9b7f34" providerId="ADAL" clId="{6540D948-03CF-449F-BC6E-AE257B9BC520}" dt="2021-02-18T16:20:28.004" v="99" actId="478"/>
          <ac:picMkLst>
            <pc:docMk/>
            <pc:sldMk cId="4027070068" sldId="931"/>
            <ac:picMk id="1028" creationId="{3DADE9B6-E88C-46B9-A1D5-D343EAC67448}"/>
          </ac:picMkLst>
        </pc:picChg>
        <pc:picChg chg="add del mod ord">
          <ac:chgData name="Mark Hegnauer" userId="ee632d86-1f57-4471-b2d8-bc8fbd9b7f34" providerId="ADAL" clId="{6540D948-03CF-449F-BC6E-AE257B9BC520}" dt="2021-02-18T16:20:40.771" v="100" actId="478"/>
          <ac:picMkLst>
            <pc:docMk/>
            <pc:sldMk cId="4027070068" sldId="931"/>
            <ac:picMk id="2050" creationId="{039C5708-4D34-40BE-85FF-874426BEFE1B}"/>
          </ac:picMkLst>
        </pc:picChg>
        <pc:picChg chg="add del mod">
          <ac:chgData name="Mark Hegnauer" userId="ee632d86-1f57-4471-b2d8-bc8fbd9b7f34" providerId="ADAL" clId="{6540D948-03CF-449F-BC6E-AE257B9BC520}" dt="2021-02-18T16:24:20.230" v="117"/>
          <ac:picMkLst>
            <pc:docMk/>
            <pc:sldMk cId="4027070068" sldId="931"/>
            <ac:picMk id="2052" creationId="{26BBFA61-92E7-4BE0-A1C6-35F27FD3963E}"/>
          </ac:picMkLst>
        </pc:picChg>
        <pc:picChg chg="add mod ord">
          <ac:chgData name="Mark Hegnauer" userId="ee632d86-1f57-4471-b2d8-bc8fbd9b7f34" providerId="ADAL" clId="{6540D948-03CF-449F-BC6E-AE257B9BC520}" dt="2021-02-19T06:49:24.284" v="332" actId="167"/>
          <ac:picMkLst>
            <pc:docMk/>
            <pc:sldMk cId="4027070068" sldId="931"/>
            <ac:picMk id="2054" creationId="{2288583D-062C-4EE7-9D50-0A423C75CD94}"/>
          </ac:picMkLst>
        </pc:picChg>
      </pc:sldChg>
      <pc:sldChg chg="addSp delSp modSp add ord">
        <pc:chgData name="Mark Hegnauer" userId="ee632d86-1f57-4471-b2d8-bc8fbd9b7f34" providerId="ADAL" clId="{6540D948-03CF-449F-BC6E-AE257B9BC520}" dt="2021-02-19T07:12:30.177" v="425"/>
        <pc:sldMkLst>
          <pc:docMk/>
          <pc:sldMk cId="3344645221" sldId="932"/>
        </pc:sldMkLst>
        <pc:spChg chg="mod">
          <ac:chgData name="Mark Hegnauer" userId="ee632d86-1f57-4471-b2d8-bc8fbd9b7f34" providerId="ADAL" clId="{6540D948-03CF-449F-BC6E-AE257B9BC520}" dt="2021-02-18T16:41:47.999" v="241" actId="20577"/>
          <ac:spMkLst>
            <pc:docMk/>
            <pc:sldMk cId="3344645221" sldId="932"/>
            <ac:spMk id="2" creationId="{788A4D74-0138-4615-8BF6-877A50E1B155}"/>
          </ac:spMkLst>
        </pc:spChg>
        <pc:picChg chg="add del">
          <ac:chgData name="Mark Hegnauer" userId="ee632d86-1f57-4471-b2d8-bc8fbd9b7f34" providerId="ADAL" clId="{6540D948-03CF-449F-BC6E-AE257B9BC520}" dt="2021-02-19T06:45:47.685" v="311" actId="478"/>
          <ac:picMkLst>
            <pc:docMk/>
            <pc:sldMk cId="3344645221" sldId="932"/>
            <ac:picMk id="7" creationId="{3F53658A-5CBA-463A-925B-F5949E25A7F8}"/>
          </ac:picMkLst>
        </pc:picChg>
        <pc:picChg chg="add del mod">
          <ac:chgData name="Mark Hegnauer" userId="ee632d86-1f57-4471-b2d8-bc8fbd9b7f34" providerId="ADAL" clId="{6540D948-03CF-449F-BC6E-AE257B9BC520}" dt="2021-02-18T16:56:03.743" v="292" actId="478"/>
          <ac:picMkLst>
            <pc:docMk/>
            <pc:sldMk cId="3344645221" sldId="932"/>
            <ac:picMk id="4098" creationId="{2A137699-E96D-4218-96EC-BBBC6051B079}"/>
          </ac:picMkLst>
        </pc:picChg>
        <pc:picChg chg="add del mod">
          <ac:chgData name="Mark Hegnauer" userId="ee632d86-1f57-4471-b2d8-bc8fbd9b7f34" providerId="ADAL" clId="{6540D948-03CF-449F-BC6E-AE257B9BC520}" dt="2021-02-18T16:57:12.960" v="299"/>
          <ac:picMkLst>
            <pc:docMk/>
            <pc:sldMk cId="3344645221" sldId="932"/>
            <ac:picMk id="4100" creationId="{910E28F2-57B2-4CDE-8CAC-68DC13157898}"/>
          </ac:picMkLst>
        </pc:picChg>
        <pc:picChg chg="add mod ord">
          <ac:chgData name="Mark Hegnauer" userId="ee632d86-1f57-4471-b2d8-bc8fbd9b7f34" providerId="ADAL" clId="{6540D948-03CF-449F-BC6E-AE257B9BC520}" dt="2021-02-19T06:45:46.437" v="310" actId="167"/>
          <ac:picMkLst>
            <pc:docMk/>
            <pc:sldMk cId="3344645221" sldId="932"/>
            <ac:picMk id="4102" creationId="{D432CA2E-B504-48B7-8710-149921E19C8C}"/>
          </ac:picMkLst>
        </pc:picChg>
        <pc:picChg chg="add del mod">
          <ac:chgData name="Mark Hegnauer" userId="ee632d86-1f57-4471-b2d8-bc8fbd9b7f34" providerId="ADAL" clId="{6540D948-03CF-449F-BC6E-AE257B9BC520}" dt="2021-02-19T06:46:44.112" v="315"/>
          <ac:picMkLst>
            <pc:docMk/>
            <pc:sldMk cId="3344645221" sldId="932"/>
            <ac:picMk id="4104" creationId="{BC691C3F-1FE1-4867-915D-30D5EDE45CF5}"/>
          </ac:picMkLst>
        </pc:picChg>
      </pc:sldChg>
      <pc:sldChg chg="addSp delSp modSp add">
        <pc:chgData name="Mark Hegnauer" userId="ee632d86-1f57-4471-b2d8-bc8fbd9b7f34" providerId="ADAL" clId="{6540D948-03CF-449F-BC6E-AE257B9BC520}" dt="2021-02-19T07:27:50.483" v="432" actId="478"/>
        <pc:sldMkLst>
          <pc:docMk/>
          <pc:sldMk cId="3766207694" sldId="933"/>
        </pc:sldMkLst>
        <pc:picChg chg="del">
          <ac:chgData name="Mark Hegnauer" userId="ee632d86-1f57-4471-b2d8-bc8fbd9b7f34" providerId="ADAL" clId="{6540D948-03CF-449F-BC6E-AE257B9BC520}" dt="2021-02-19T07:27:50.483" v="432" actId="478"/>
          <ac:picMkLst>
            <pc:docMk/>
            <pc:sldMk cId="3766207694" sldId="933"/>
            <ac:picMk id="6148" creationId="{0B71A043-32C4-44C1-A243-43CFC50EC322}"/>
          </ac:picMkLst>
        </pc:picChg>
        <pc:picChg chg="add mod ord">
          <ac:chgData name="Mark Hegnauer" userId="ee632d86-1f57-4471-b2d8-bc8fbd9b7f34" providerId="ADAL" clId="{6540D948-03CF-449F-BC6E-AE257B9BC520}" dt="2021-02-19T07:27:49.200" v="431" actId="167"/>
          <ac:picMkLst>
            <pc:docMk/>
            <pc:sldMk cId="3766207694" sldId="933"/>
            <ac:picMk id="8194" creationId="{227610FA-93BA-4FFE-BE92-BBC02B50DC8E}"/>
          </ac:picMkLst>
        </pc:picChg>
      </pc:sldChg>
      <pc:sldChg chg="addSp modSp add">
        <pc:chgData name="Mark Hegnauer" userId="ee632d86-1f57-4471-b2d8-bc8fbd9b7f34" providerId="ADAL" clId="{6540D948-03CF-449F-BC6E-AE257B9BC520}" dt="2021-02-19T09:55:36.952" v="534" actId="13926"/>
        <pc:sldMkLst>
          <pc:docMk/>
          <pc:sldMk cId="1922449283" sldId="934"/>
        </pc:sldMkLst>
        <pc:spChg chg="add">
          <ac:chgData name="Mark Hegnauer" userId="ee632d86-1f57-4471-b2d8-bc8fbd9b7f34" providerId="ADAL" clId="{6540D948-03CF-449F-BC6E-AE257B9BC520}" dt="2021-02-19T07:37:02.822" v="506"/>
          <ac:spMkLst>
            <pc:docMk/>
            <pc:sldMk cId="1922449283" sldId="934"/>
            <ac:spMk id="7" creationId="{52C45DB6-8159-4D67-9807-1F58D970C58F}"/>
          </ac:spMkLst>
        </pc:spChg>
        <pc:spChg chg="add">
          <ac:chgData name="Mark Hegnauer" userId="ee632d86-1f57-4471-b2d8-bc8fbd9b7f34" providerId="ADAL" clId="{6540D948-03CF-449F-BC6E-AE257B9BC520}" dt="2021-02-19T07:37:02.822" v="506"/>
          <ac:spMkLst>
            <pc:docMk/>
            <pc:sldMk cId="1922449283" sldId="934"/>
            <ac:spMk id="8" creationId="{0ADD0F2A-0D58-4E39-BCD1-23803A1B7B7E}"/>
          </ac:spMkLst>
        </pc:spChg>
        <pc:spChg chg="add mod">
          <ac:chgData name="Mark Hegnauer" userId="ee632d86-1f57-4471-b2d8-bc8fbd9b7f34" providerId="ADAL" clId="{6540D948-03CF-449F-BC6E-AE257B9BC520}" dt="2021-02-19T09:55:36.952" v="534" actId="13926"/>
          <ac:spMkLst>
            <pc:docMk/>
            <pc:sldMk cId="1922449283" sldId="934"/>
            <ac:spMk id="9" creationId="{91540788-8A28-4F96-AFF5-EB857383D2E3}"/>
          </ac:spMkLst>
        </pc:spChg>
        <pc:graphicFrameChg chg="modGraphic">
          <ac:chgData name="Mark Hegnauer" userId="ee632d86-1f57-4471-b2d8-bc8fbd9b7f34" providerId="ADAL" clId="{6540D948-03CF-449F-BC6E-AE257B9BC520}" dt="2021-02-19T07:35:56.467" v="448" actId="13926"/>
          <ac:graphicFrameMkLst>
            <pc:docMk/>
            <pc:sldMk cId="1922449283" sldId="934"/>
            <ac:graphicFrameMk id="14" creationId="{A3A8573C-5DA6-4A69-B414-5FF2AC8F3484}"/>
          </ac:graphicFrameMkLst>
        </pc:graphicFrameChg>
        <pc:graphicFrameChg chg="modGraphic">
          <ac:chgData name="Mark Hegnauer" userId="ee632d86-1f57-4471-b2d8-bc8fbd9b7f34" providerId="ADAL" clId="{6540D948-03CF-449F-BC6E-AE257B9BC520}" dt="2021-02-19T07:35:59.034" v="449" actId="13926"/>
          <ac:graphicFrameMkLst>
            <pc:docMk/>
            <pc:sldMk cId="1922449283" sldId="934"/>
            <ac:graphicFrameMk id="19" creationId="{17D2E42E-2F3A-4059-88B8-2C6E9A12B5B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B07A4AF-8444-4E55-9211-06750DF86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9487" y="8229664"/>
            <a:ext cx="588963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9B6C5B75-63DC-4795-B872-D188C0279E99}" type="slidenum">
              <a:rPr lang="nl-NL" sz="1000" smtClean="0"/>
              <a:pPr/>
              <a:t>‹#›</a:t>
            </a:fld>
            <a:endParaRPr lang="nl-NL" sz="10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086CC55-5F13-427E-8D55-23A3E11C4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512" y="8635837"/>
            <a:ext cx="1080000" cy="3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349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6172200" y="8685213"/>
            <a:ext cx="438150" cy="18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000"/>
            </a:lvl1pPr>
          </a:lstStyle>
          <a:p>
            <a:fld id="{309F7339-69D5-4EA7-B93A-8AF4EDB56B8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EB29D91-C68B-40E2-ACA8-22AC17FB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12" y="8592970"/>
            <a:ext cx="1080000" cy="351000"/>
          </a:xfrm>
          <a:prstGeom prst="rect">
            <a:avLst/>
          </a:prstGeom>
        </p:spPr>
      </p:pic>
      <p:sp>
        <p:nvSpPr>
          <p:cNvPr id="9" name="Tijdelijke aanduiding voor notities 8">
            <a:extLst>
              <a:ext uri="{FF2B5EF4-FFF2-40B4-BE49-F238E27FC236}">
                <a16:creationId xmlns:a16="http://schemas.microsoft.com/office/drawing/2014/main" id="{A3C8BF89-5841-4101-9B55-9A1ADF2AA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37950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1178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828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461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39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3328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408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72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612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036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DeltaresNL/" TargetMode="External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hyperlink" Target="mailto:info@deltares.nl" TargetMode="External"/><Relationship Id="rId21" Type="http://schemas.openxmlformats.org/officeDocument/2006/relationships/image" Target="../media/image19.svg"/><Relationship Id="rId7" Type="http://schemas.openxmlformats.org/officeDocument/2006/relationships/hyperlink" Target="https://www.instagram.com/deltares/" TargetMode="Externa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image" Target="../media/image6.jp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deltares.nl/" TargetMode="External"/><Relationship Id="rId11" Type="http://schemas.openxmlformats.org/officeDocument/2006/relationships/image" Target="../media/image9.svg"/><Relationship Id="rId5" Type="http://schemas.openxmlformats.org/officeDocument/2006/relationships/hyperlink" Target="https://www.linkedin.com/company/deltares" TargetMode="Externa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hyperlink" Target="https://twitter.com/deltares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1.svg"/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12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9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32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6860" y="5295900"/>
            <a:ext cx="600222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861" y="3854640"/>
            <a:ext cx="600222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22938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3258" y="1766078"/>
            <a:ext cx="6006145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045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057708-D1C8-4296-B46B-067A31C0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013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Titeldia met vierkan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C993F618-5D8C-4CD3-B26D-F74E7598724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858000" cy="6858000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62" name="TX_Enabling_deltalife_wit">
            <a:extLst>
              <a:ext uri="{FF2B5EF4-FFF2-40B4-BE49-F238E27FC236}">
                <a16:creationId xmlns:a16="http://schemas.microsoft.com/office/drawing/2014/main" id="{8230CF4F-5316-4F99-A0B8-28EA9797E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801" y="5947577"/>
            <a:ext cx="3176270" cy="756001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802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Gro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454C307C-D04D-4709-9FD4-571150894DD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19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oofdstuk / Tussendia (Blau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2BD3A-5DDA-4757-ACCB-7CC38D75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000" y="1762124"/>
            <a:ext cx="10512000" cy="1368000"/>
          </a:xfrm>
        </p:spPr>
        <p:txBody>
          <a:bodyPr anchor="t">
            <a:normAutofit/>
          </a:bodyPr>
          <a:lstStyle>
            <a:lvl1pPr>
              <a:defRPr sz="3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77DC50-5611-4E05-B13C-BEF10B116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000" y="3564000"/>
            <a:ext cx="10585450" cy="1517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109971E-F873-4027-AEC0-F79E132D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13488" y="4586300"/>
            <a:ext cx="153888" cy="1262844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E93B534-D0A1-49CD-B3E2-FA8113F9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3488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AD1C2C-AB5C-4424-9980-A055EC5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67279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FE604B20-D198-4E8C-9B1F-0066D909E5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447038"/>
            <a:ext cx="5497462" cy="5943600"/>
          </a:xfrm>
          <a:custGeom>
            <a:avLst/>
            <a:gdLst>
              <a:gd name="connsiteX0" fmla="*/ 2525662 w 5497462"/>
              <a:gd name="connsiteY0" fmla="*/ 0 h 5943600"/>
              <a:gd name="connsiteX1" fmla="*/ 5497462 w 5497462"/>
              <a:gd name="connsiteY1" fmla="*/ 2971800 h 5943600"/>
              <a:gd name="connsiteX2" fmla="*/ 2525662 w 5497462"/>
              <a:gd name="connsiteY2" fmla="*/ 5943600 h 5943600"/>
              <a:gd name="connsiteX3" fmla="*/ 61399 w 5497462"/>
              <a:gd name="connsiteY3" fmla="*/ 4633362 h 5943600"/>
              <a:gd name="connsiteX4" fmla="*/ 0 w 5497462"/>
              <a:gd name="connsiteY4" fmla="*/ 4532297 h 5943600"/>
              <a:gd name="connsiteX5" fmla="*/ 0 w 5497462"/>
              <a:gd name="connsiteY5" fmla="*/ 1411304 h 5943600"/>
              <a:gd name="connsiteX6" fmla="*/ 61399 w 5497462"/>
              <a:gd name="connsiteY6" fmla="*/ 1310238 h 5943600"/>
              <a:gd name="connsiteX7" fmla="*/ 2525662 w 5497462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62" h="5943600">
                <a:moveTo>
                  <a:pt x="2525662" y="0"/>
                </a:moveTo>
                <a:cubicBezTo>
                  <a:pt x="4166942" y="0"/>
                  <a:pt x="5497462" y="1330520"/>
                  <a:pt x="5497462" y="2971800"/>
                </a:cubicBezTo>
                <a:cubicBezTo>
                  <a:pt x="5497462" y="4613080"/>
                  <a:pt x="4166942" y="5943600"/>
                  <a:pt x="2525662" y="5943600"/>
                </a:cubicBezTo>
                <a:cubicBezTo>
                  <a:pt x="1499862" y="5943600"/>
                  <a:pt x="595453" y="5423866"/>
                  <a:pt x="61399" y="4633362"/>
                </a:cubicBezTo>
                <a:lnTo>
                  <a:pt x="0" y="4532297"/>
                </a:lnTo>
                <a:lnTo>
                  <a:pt x="0" y="1411304"/>
                </a:lnTo>
                <a:lnTo>
                  <a:pt x="61399" y="1310238"/>
                </a:lnTo>
                <a:cubicBezTo>
                  <a:pt x="595453" y="519735"/>
                  <a:pt x="1499862" y="0"/>
                  <a:pt x="2525662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39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FEC7CA-9C23-4C8C-8E52-48827CB3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AB16DB44-A35C-4555-8271-1BC45D5E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8298A93-251E-4C71-ACF3-6A138886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E74A889B-77F6-4552-B217-7A2CA16B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EBD329-956B-407B-9AD6-0D41AC6CB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1" y="1762124"/>
            <a:ext cx="10517112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ijdelijke aanduiding voor afbeelding 13">
            <a:extLst>
              <a:ext uri="{FF2B5EF4-FFF2-40B4-BE49-F238E27FC236}">
                <a16:creationId xmlns:a16="http://schemas.microsoft.com/office/drawing/2014/main" id="{29C6F091-D152-418D-B9F8-A87580FF62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358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afbeelding 13">
            <a:extLst>
              <a:ext uri="{FF2B5EF4-FFF2-40B4-BE49-F238E27FC236}">
                <a16:creationId xmlns:a16="http://schemas.microsoft.com/office/drawing/2014/main" id="{60BE643B-1ED0-4C44-A1BD-69154E5788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73876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ijdelijke aanduiding voor afbeelding 13">
            <a:extLst>
              <a:ext uri="{FF2B5EF4-FFF2-40B4-BE49-F238E27FC236}">
                <a16:creationId xmlns:a16="http://schemas.microsoft.com/office/drawing/2014/main" id="{A065EEC8-0E39-4605-AE1D-D95CBC9048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14164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3" name="Tijdelijke aanduiding voor afbeelding 13">
            <a:extLst>
              <a:ext uri="{FF2B5EF4-FFF2-40B4-BE49-F238E27FC236}">
                <a16:creationId xmlns:a16="http://schemas.microsoft.com/office/drawing/2014/main" id="{48162130-D103-42A6-B07E-E8EF059018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54452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7250C887-952A-4DC1-8215-8DFA36C6ED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4740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5" name="Tijdelijke aanduiding voor afbeelding 13">
            <a:extLst>
              <a:ext uri="{FF2B5EF4-FFF2-40B4-BE49-F238E27FC236}">
                <a16:creationId xmlns:a16="http://schemas.microsoft.com/office/drawing/2014/main" id="{B0075813-47FE-4243-A0DB-86635BED623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735028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6" name="Tijdelijke aanduiding voor afbeelding 13">
            <a:extLst>
              <a:ext uri="{FF2B5EF4-FFF2-40B4-BE49-F238E27FC236}">
                <a16:creationId xmlns:a16="http://schemas.microsoft.com/office/drawing/2014/main" id="{B8D44326-7D12-4338-99E1-2E879D21A2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5317" y="6275959"/>
            <a:ext cx="1188000" cy="378000"/>
          </a:xfrm>
          <a:noFill/>
        </p:spPr>
        <p:txBody>
          <a:bodyPr tIns="0"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2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D4A7-30E2-4E78-B4FA-A8B2C41A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89361EE-4435-4145-8E9D-4F0A53E9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6DFBB55-F053-4FC0-8FD6-FD27BC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220EB44-40D1-4CAF-8FFD-29202A0A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564A6160-4B2C-4199-AB7C-023FEDE195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5650" y="1768763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8" name="Tijdelijke aanduiding voor inhoud 6">
            <a:extLst>
              <a:ext uri="{FF2B5EF4-FFF2-40B4-BE49-F238E27FC236}">
                <a16:creationId xmlns:a16="http://schemas.microsoft.com/office/drawing/2014/main" id="{A7315F35-EA75-4506-B955-CB617ACBDB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1825" y="1770636"/>
            <a:ext cx="5076175" cy="43181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35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360240-711C-40DC-B819-28D5F76E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2125"/>
            <a:ext cx="5065347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485B8C4-FFE1-4941-89E1-E5B658D7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650" y="2556001"/>
            <a:ext cx="5065347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D244503-4D19-475F-8DE3-680EA8CD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997" y="1762125"/>
            <a:ext cx="5087002" cy="7429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D37810D-DEFA-432E-B30A-7F13B7EF0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997" y="2556001"/>
            <a:ext cx="5087002" cy="3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D5B83A0-F52F-4A50-A779-6FBDEC06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0DF3265-27D0-49AD-8963-A3EC3CB22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2C89B3-2645-49EA-AE6E-C0189B3A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CFFACB9-41BE-4C1C-8FD9-C059001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4744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77C9B-D616-43D5-9E9C-399615DA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97891F0-8DCB-4D52-8695-2AD66508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B044C9F-B1E5-43F8-ABA5-F8A0AF3B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14021C5-B1DD-464A-832F-A03BCAB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62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076175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5"/>
            <a:ext cx="5076175" cy="4322762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481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91825" y="1762124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5076175" cy="3672000"/>
          </a:xfrm>
          <a:solidFill>
            <a:schemeClr val="bg1">
              <a:lumMod val="85000"/>
            </a:schemeClr>
          </a:solidFill>
        </p:spPr>
        <p:txBody>
          <a:bodyPr tIns="2232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724001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B5530F62-171F-4B44-ACAA-AC786B92F20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1825" y="5724000"/>
            <a:ext cx="5076175" cy="3608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511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DBE72E1-58EC-4D21-8ED2-E841E797C72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BA627D8-56BE-457D-A071-CDAF51FC7B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5650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61FC5BFF-809B-4D7D-AC0F-5D7B92535F0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55737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F51408D9-846A-496F-B660-9763E7E9FC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855911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B1122521-F62D-48C8-B637-D4F27028964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55824" y="1762125"/>
            <a:ext cx="2412087" cy="3060000"/>
          </a:xfrm>
          <a:solidFill>
            <a:schemeClr val="bg1">
              <a:lumMod val="85000"/>
            </a:schemeClr>
          </a:solidFill>
        </p:spPr>
        <p:txBody>
          <a:bodyPr tIns="2016000"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650134BB-B103-4668-BCD7-561087B39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55737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545B6CBB-4649-4D2E-B29A-C3F6E02090C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5824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9D1568BF-DD59-4BEE-A218-1B34F1C6B38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5911" y="5053085"/>
            <a:ext cx="2412087" cy="103162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4504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1768763"/>
            <a:ext cx="10512348" cy="4320000"/>
          </a:xfrm>
          <a:solidFill>
            <a:schemeClr val="bg1">
              <a:lumMod val="85000"/>
            </a:schemeClr>
          </a:solidFill>
        </p:spPr>
        <p:txBody>
          <a:bodyPr tIns="252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6227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olle breed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1743163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tekst 61">
            <a:extLst>
              <a:ext uri="{FF2B5EF4-FFF2-40B4-BE49-F238E27FC236}">
                <a16:creationId xmlns:a16="http://schemas.microsoft.com/office/drawing/2014/main" id="{CAD4495B-AA1A-4F62-8627-356151635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752" y="6267443"/>
            <a:ext cx="1188000" cy="3852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rIns="4284000"/>
          <a:lstStyle>
            <a:lvl1pPr marL="0" indent="0">
              <a:buNone/>
              <a:defRPr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326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str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7382169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70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40700" y="857"/>
            <a:ext cx="3599932" cy="6857143"/>
          </a:xfrm>
          <a:solidFill>
            <a:schemeClr val="bg1">
              <a:lumMod val="85000"/>
            </a:schemeClr>
          </a:solidFill>
        </p:spPr>
        <p:txBody>
          <a:bodyPr tIns="3816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2453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en afbeelding sta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5340000" cy="93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E27E2C-1D1C-4583-BE92-667A3F59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975139-6F7D-413F-A27C-C9F0FF4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44E85F-82EE-4EE8-932D-1F60D023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0D89D2-D66D-4843-A930-57BB92331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650" y="1762125"/>
            <a:ext cx="5220000" cy="432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096000" y="857"/>
            <a:ext cx="5644632" cy="6857143"/>
          </a:xfrm>
          <a:solidFill>
            <a:schemeClr val="bg1">
              <a:lumMod val="85000"/>
            </a:schemeClr>
          </a:solidFill>
        </p:spPr>
        <p:txBody>
          <a:bodyPr tIns="378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740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of logo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F2D50-CADF-4163-A029-8B9A0424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684000"/>
            <a:ext cx="10512000" cy="46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60EC3D4-D14B-4BCD-BF52-05BE98A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36323C5-92AF-4A0E-82DF-F4AB426B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FFE8BBA-2E99-4D96-8F25-2A98D03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jdelijke aanduiding voor afbeelding 65">
            <a:extLst>
              <a:ext uri="{FF2B5EF4-FFF2-40B4-BE49-F238E27FC236}">
                <a16:creationId xmlns:a16="http://schemas.microsoft.com/office/drawing/2014/main" id="{2AF1D927-9FAE-49C1-9BD6-F1C4F8D7594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56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9" name="Tijdelijke aanduiding voor afbeelding 65">
            <a:extLst>
              <a:ext uri="{FF2B5EF4-FFF2-40B4-BE49-F238E27FC236}">
                <a16:creationId xmlns:a16="http://schemas.microsoft.com/office/drawing/2014/main" id="{733ADF27-84E5-4C77-A414-7F0E4DA3DA9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906724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1C857FC7-6D65-4C72-9D0F-581A48D0715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057799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B765388F-978F-43F5-923F-85D826894A4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08875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2" name="Tijdelijke aanduiding voor afbeelding 65">
            <a:extLst>
              <a:ext uri="{FF2B5EF4-FFF2-40B4-BE49-F238E27FC236}">
                <a16:creationId xmlns:a16="http://schemas.microsoft.com/office/drawing/2014/main" id="{EA87D663-B54E-4A21-A00C-0BD3BFB4647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59950" y="1768763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3" name="Tijdelijke aanduiding voor afbeelding 65">
            <a:extLst>
              <a:ext uri="{FF2B5EF4-FFF2-40B4-BE49-F238E27FC236}">
                <a16:creationId xmlns:a16="http://schemas.microsoft.com/office/drawing/2014/main" id="{56FDE74E-0F50-4155-BEEC-2850FDC97DB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56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4" name="Tijdelijke aanduiding voor afbeelding 65">
            <a:extLst>
              <a:ext uri="{FF2B5EF4-FFF2-40B4-BE49-F238E27FC236}">
                <a16:creationId xmlns:a16="http://schemas.microsoft.com/office/drawing/2014/main" id="{D71C804D-3C0F-41A5-8373-6A3A8168C95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06724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afbeelding 65">
            <a:extLst>
              <a:ext uri="{FF2B5EF4-FFF2-40B4-BE49-F238E27FC236}">
                <a16:creationId xmlns:a16="http://schemas.microsoft.com/office/drawing/2014/main" id="{0C3E9BDF-7ACE-40C6-8AC1-CCDE842E1F3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57799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6" name="Tijdelijke aanduiding voor afbeelding 65">
            <a:extLst>
              <a:ext uri="{FF2B5EF4-FFF2-40B4-BE49-F238E27FC236}">
                <a16:creationId xmlns:a16="http://schemas.microsoft.com/office/drawing/2014/main" id="{4E753E60-0CC4-4D5F-9F09-D1EB7F5C1B6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08875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7" name="Tijdelijke aanduiding voor afbeelding 65">
            <a:extLst>
              <a:ext uri="{FF2B5EF4-FFF2-40B4-BE49-F238E27FC236}">
                <a16:creationId xmlns:a16="http://schemas.microsoft.com/office/drawing/2014/main" id="{3CA6A3D3-992C-4A44-ACE1-E437BA7329B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9950" y="290709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8" name="Tijdelijke aanduiding voor afbeelding 65">
            <a:extLst>
              <a:ext uri="{FF2B5EF4-FFF2-40B4-BE49-F238E27FC236}">
                <a16:creationId xmlns:a16="http://schemas.microsoft.com/office/drawing/2014/main" id="{92F6A7FF-822A-4C63-8F78-1CCC66B869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556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9" name="Tijdelijke aanduiding voor afbeelding 65">
            <a:extLst>
              <a:ext uri="{FF2B5EF4-FFF2-40B4-BE49-F238E27FC236}">
                <a16:creationId xmlns:a16="http://schemas.microsoft.com/office/drawing/2014/main" id="{9E6C6AC3-C163-4C9D-AC60-05BBCCF9147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06724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0" name="Tijdelijke aanduiding voor afbeelding 65">
            <a:extLst>
              <a:ext uri="{FF2B5EF4-FFF2-40B4-BE49-F238E27FC236}">
                <a16:creationId xmlns:a16="http://schemas.microsoft.com/office/drawing/2014/main" id="{3168A12F-BFBE-4360-98BA-A467C3F113E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7799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1" name="Tijdelijke aanduiding voor afbeelding 65">
            <a:extLst>
              <a:ext uri="{FF2B5EF4-FFF2-40B4-BE49-F238E27FC236}">
                <a16:creationId xmlns:a16="http://schemas.microsoft.com/office/drawing/2014/main" id="{27717DEB-1276-417F-A482-0C7E87407CF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08875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2" name="Tijdelijke aanduiding voor afbeelding 65">
            <a:extLst>
              <a:ext uri="{FF2B5EF4-FFF2-40B4-BE49-F238E27FC236}">
                <a16:creationId xmlns:a16="http://schemas.microsoft.com/office/drawing/2014/main" id="{DC804FE7-5194-45B7-9F11-66B83C126F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59950" y="4045422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3" name="Tijdelijke aanduiding voor afbeelding 65">
            <a:extLst>
              <a:ext uri="{FF2B5EF4-FFF2-40B4-BE49-F238E27FC236}">
                <a16:creationId xmlns:a16="http://schemas.microsoft.com/office/drawing/2014/main" id="{13BF1A4D-0004-47F5-BD22-5574315802E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556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4" name="Tijdelijke aanduiding voor afbeelding 65">
            <a:extLst>
              <a:ext uri="{FF2B5EF4-FFF2-40B4-BE49-F238E27FC236}">
                <a16:creationId xmlns:a16="http://schemas.microsoft.com/office/drawing/2014/main" id="{40E7FE1B-81AA-4D57-A470-4914C5DE25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06724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5" name="Tijdelijke aanduiding voor afbeelding 65">
            <a:extLst>
              <a:ext uri="{FF2B5EF4-FFF2-40B4-BE49-F238E27FC236}">
                <a16:creationId xmlns:a16="http://schemas.microsoft.com/office/drawing/2014/main" id="{D4810DC4-4E2F-4B0D-88EA-49713EC28B6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057799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6" name="Tijdelijke aanduiding voor afbeelding 65">
            <a:extLst>
              <a:ext uri="{FF2B5EF4-FFF2-40B4-BE49-F238E27FC236}">
                <a16:creationId xmlns:a16="http://schemas.microsoft.com/office/drawing/2014/main" id="{C38C4235-7F22-4988-B598-0D97819CFE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208875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27" name="Tijdelijke aanduiding voor afbeelding 65">
            <a:extLst>
              <a:ext uri="{FF2B5EF4-FFF2-40B4-BE49-F238E27FC236}">
                <a16:creationId xmlns:a16="http://schemas.microsoft.com/office/drawing/2014/main" id="{F9CC71FE-8D91-41AA-BD80-0A48C4E294A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359950" y="5183751"/>
            <a:ext cx="1908050" cy="905011"/>
          </a:xfrm>
          <a:noFill/>
        </p:spPr>
        <p:txBody>
          <a:bodyPr tIns="720000">
            <a:normAutofit/>
          </a:bodyPr>
          <a:lstStyle>
            <a:lvl1pPr marL="0" indent="0" algn="ctr">
              <a:buNone/>
              <a:defRPr sz="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9775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met bol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/>
              <a:t>Selecteer afbeelding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256FF6D-B760-43BA-B16F-E3D5015A3F29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53" y="447038"/>
            <a:ext cx="5497409" cy="594360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2711AF3-2B55-481E-9ED2-5ACC1009CDA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439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876A113-1D30-4087-9D42-E90369759F0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132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1E34DD4-0E1C-4461-98C5-DDEC9922F5D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670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449E03-26AF-49A4-81EB-7C9E0730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11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blau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tx2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2BE7A57-D121-4714-8A53-2C2146121931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1820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6C7F7593-F4BA-42C6-A380-DDE2C8EFDE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513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DDBCD6E0-B215-4817-9034-DD97790855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5051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177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beelding en accen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65">
            <a:extLst>
              <a:ext uri="{FF2B5EF4-FFF2-40B4-BE49-F238E27FC236}">
                <a16:creationId xmlns:a16="http://schemas.microsoft.com/office/drawing/2014/main" id="{5DC787A1-4890-4BF0-AA41-7E5B60076E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3780000">
            <a:normAutofit/>
          </a:bodyPr>
          <a:lstStyle>
            <a:lvl1pPr marL="0" indent="0" algn="ctr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4274EA9-4496-4404-9868-D64D2F1ABF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726" y="4885884"/>
            <a:ext cx="7776000" cy="1057103"/>
          </a:xfrm>
          <a:solidFill>
            <a:schemeClr val="accent4"/>
          </a:solidFill>
        </p:spPr>
        <p:txBody>
          <a:bodyPr wrap="square" lIns="306000" tIns="576000" rIns="216000" bIns="288000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4A118DB-D1B4-428A-8989-29D76938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23" y="5150561"/>
            <a:ext cx="7200000" cy="252000"/>
          </a:xfrm>
        </p:spPr>
        <p:txBody>
          <a:bodyPr wrap="none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924D0FF-5EBE-4860-837B-BFB572136BD6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54CB1E06-8FF5-435E-8680-1F32B34785F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2A789FDD-DFC0-4340-8081-AD0F03E80E4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7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50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2035359" y="1513268"/>
            <a:ext cx="8128800" cy="4572000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5BDAF44-690D-4351-8FD6-C1E9BED26CF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9915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674169-AF61-4435-A283-A72FDC76F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608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37B8B9B-1532-42C6-9518-5A4FFA46DA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146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7010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 hele 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6B7026-F689-47F3-A380-2937BF26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-582255"/>
            <a:ext cx="10517113" cy="504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7" name="Tijdelijke aanduiding voor media 6">
            <a:extLst>
              <a:ext uri="{FF2B5EF4-FFF2-40B4-BE49-F238E27FC236}">
                <a16:creationId xmlns:a16="http://schemas.microsoft.com/office/drawing/2014/main" id="{CACA34B0-32E8-4B1A-8AE4-DF4F1DEA507C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-381"/>
            <a:ext cx="12192000" cy="6857325"/>
          </a:xfrm>
        </p:spPr>
        <p:txBody>
          <a:bodyPr tIns="2484000"/>
          <a:lstStyle>
            <a:lvl1pPr marL="0" indent="0" algn="ctr"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video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4074A4-CF50-4C78-B45A-809AAE1C0D8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2ABB8A6-5903-42F4-80B8-B80E7DE199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1603FA5-FFD5-4564-BBCA-638420254F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011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1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34A854-1FA0-4B51-9A92-125BD510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60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B3C54020-6274-482D-BF87-6C38C2F9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486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974C2B89-1B52-4DA9-B304-A626BCE8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80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A8AA3559-A58B-438D-A544-F79B7A9C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718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6020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rond el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7861E45-7D0B-4CBE-BF29-EEB9263631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6000" y="5295900"/>
            <a:ext cx="4513088" cy="788988"/>
          </a:xfr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B0A17F5-F68D-450E-924D-50BE1E84C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6000" y="3854640"/>
            <a:ext cx="4513088" cy="67627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B69FD9-1A34-44C5-BB96-B626ABE7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6000" y="6264000"/>
            <a:ext cx="2340000" cy="184666"/>
          </a:xfrm>
        </p:spPr>
        <p:txBody>
          <a:bodyPr vert="horz"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05FF67-098D-42EF-9DDB-0B34D97B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73572" y="684000"/>
            <a:ext cx="153888" cy="3786017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7F641E-4810-428B-93B4-F028FB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73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A77695BF-4150-4BB7-8197-EF140D448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000" y="1766078"/>
            <a:ext cx="4516033" cy="1990582"/>
          </a:xfrm>
        </p:spPr>
        <p:txBody>
          <a:bodyPr anchor="b" anchorCtr="0"/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1" name="Deltares_Logo_groot_wit">
            <a:extLst>
              <a:ext uri="{FF2B5EF4-FFF2-40B4-BE49-F238E27FC236}">
                <a16:creationId xmlns:a16="http://schemas.microsoft.com/office/drawing/2014/main" id="{07BC8CE6-4B06-4C93-9DE2-B3D24820A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000" y="180000"/>
            <a:ext cx="2340000" cy="760500"/>
          </a:xfrm>
          <a:prstGeom prst="rect">
            <a:avLst/>
          </a:prstGeom>
        </p:spPr>
      </p:pic>
      <p:sp>
        <p:nvSpPr>
          <p:cNvPr id="8" name="Ovaal 7">
            <a:extLst>
              <a:ext uri="{FF2B5EF4-FFF2-40B4-BE49-F238E27FC236}">
                <a16:creationId xmlns:a16="http://schemas.microsoft.com/office/drawing/2014/main" id="{EA007BEC-B68F-4D17-A66D-5C87F079B473}"/>
              </a:ext>
            </a:extLst>
          </p:cNvPr>
          <p:cNvSpPr>
            <a:spLocks noChangeAspect="1"/>
          </p:cNvSpPr>
          <p:nvPr userDrawn="1"/>
        </p:nvSpPr>
        <p:spPr>
          <a:xfrm>
            <a:off x="465064" y="455811"/>
            <a:ext cx="5943600" cy="5943600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8" name="Enabling_deltalife_wit">
            <a:extLst>
              <a:ext uri="{FF2B5EF4-FFF2-40B4-BE49-F238E27FC236}">
                <a16:creationId xmlns:a16="http://schemas.microsoft.com/office/drawing/2014/main" id="{CC1AB181-2C98-49C8-B934-9DA01A7107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625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6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Enabling_deltalife_wit">
            <a:extLst>
              <a:ext uri="{FF2B5EF4-FFF2-40B4-BE49-F238E27FC236}">
                <a16:creationId xmlns:a16="http://schemas.microsoft.com/office/drawing/2014/main" id="{A4EF4C13-16AE-4FBA-9B9D-2EEA812DFA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8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(met animati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ircle Blue">
            <a:extLst>
              <a:ext uri="{FF2B5EF4-FFF2-40B4-BE49-F238E27FC236}">
                <a16:creationId xmlns:a16="http://schemas.microsoft.com/office/drawing/2014/main" id="{E67129F5-F9B1-464C-B563-6456865CCFF2}"/>
              </a:ext>
            </a:extLst>
          </p:cNvPr>
          <p:cNvSpPr>
            <a:spLocks noChangeAspect="1"/>
          </p:cNvSpPr>
          <p:nvPr userDrawn="1"/>
        </p:nvSpPr>
        <p:spPr>
          <a:xfrm>
            <a:off x="4384800" y="1580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ircle Green">
            <a:extLst>
              <a:ext uri="{FF2B5EF4-FFF2-40B4-BE49-F238E27FC236}">
                <a16:creationId xmlns:a16="http://schemas.microsoft.com/office/drawing/2014/main" id="{9D1A10F2-6EA4-4646-94AB-D1971B8790AC}"/>
              </a:ext>
            </a:extLst>
          </p:cNvPr>
          <p:cNvSpPr>
            <a:spLocks noChangeAspect="1"/>
          </p:cNvSpPr>
          <p:nvPr userDrawn="1"/>
        </p:nvSpPr>
        <p:spPr>
          <a:xfrm>
            <a:off x="4240800" y="1796400"/>
            <a:ext cx="3564000" cy="3564000"/>
          </a:xfrm>
          <a:prstGeom prst="ellipse">
            <a:avLst/>
          </a:pr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1DF8627-4105-4921-8328-8A3BE55CDA89}"/>
              </a:ext>
            </a:extLst>
          </p:cNvPr>
          <p:cNvSpPr/>
          <p:nvPr userDrawn="1"/>
        </p:nvSpPr>
        <p:spPr>
          <a:xfrm>
            <a:off x="3123210" y="985652"/>
            <a:ext cx="7030193" cy="4773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E1469F-AEAC-4175-9A1D-5C42D268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0" y="-1224000"/>
            <a:ext cx="10512000" cy="936000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EEDD8EA-AAF4-4299-BA58-9F889FEC3A5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106991" y="3235762"/>
            <a:ext cx="1980000" cy="387338"/>
          </a:xfrm>
          <a:custGeom>
            <a:avLst/>
            <a:gdLst>
              <a:gd name="T0" fmla="*/ 840 w 13524"/>
              <a:gd name="T1" fmla="*/ 0 h 2648"/>
              <a:gd name="T2" fmla="*/ 0 w 13524"/>
              <a:gd name="T3" fmla="*/ 160 h 2648"/>
              <a:gd name="T4" fmla="*/ 728 w 13524"/>
              <a:gd name="T5" fmla="*/ 2648 h 2648"/>
              <a:gd name="T6" fmla="*/ 1624 w 13524"/>
              <a:gd name="T7" fmla="*/ 1304 h 2648"/>
              <a:gd name="T8" fmla="*/ 504 w 13524"/>
              <a:gd name="T9" fmla="*/ 2204 h 2648"/>
              <a:gd name="T10" fmla="*/ 808 w 13524"/>
              <a:gd name="T11" fmla="*/ 416 h 2648"/>
              <a:gd name="T12" fmla="*/ 2432 w 13524"/>
              <a:gd name="T13" fmla="*/ 1664 h 2648"/>
              <a:gd name="T14" fmla="*/ 4016 w 13524"/>
              <a:gd name="T15" fmla="*/ 2544 h 2648"/>
              <a:gd name="T16" fmla="*/ 3472 w 13524"/>
              <a:gd name="T17" fmla="*/ 2264 h 2648"/>
              <a:gd name="T18" fmla="*/ 3912 w 13524"/>
              <a:gd name="T19" fmla="*/ 1728 h 2648"/>
              <a:gd name="T20" fmla="*/ 4136 w 13524"/>
              <a:gd name="T21" fmla="*/ 1504 h 2648"/>
              <a:gd name="T22" fmla="*/ 2432 w 13524"/>
              <a:gd name="T23" fmla="*/ 1664 h 2648"/>
              <a:gd name="T24" fmla="*/ 3640 w 13524"/>
              <a:gd name="T25" fmla="*/ 1400 h 2648"/>
              <a:gd name="T26" fmla="*/ 3320 w 13524"/>
              <a:gd name="T27" fmla="*/ 1016 h 2648"/>
              <a:gd name="T28" fmla="*/ 4728 w 13524"/>
              <a:gd name="T29" fmla="*/ 8 h 2648"/>
              <a:gd name="T30" fmla="*/ 4504 w 13524"/>
              <a:gd name="T31" fmla="*/ 2016 h 2648"/>
              <a:gd name="T32" fmla="*/ 5336 w 13524"/>
              <a:gd name="T33" fmla="*/ 2596 h 2648"/>
              <a:gd name="T34" fmla="*/ 5168 w 13524"/>
              <a:gd name="T35" fmla="*/ 2256 h 2648"/>
              <a:gd name="T36" fmla="*/ 5000 w 13524"/>
              <a:gd name="T37" fmla="*/ 8 h 2648"/>
              <a:gd name="T38" fmla="*/ 5872 w 13524"/>
              <a:gd name="T39" fmla="*/ 8 h 2648"/>
              <a:gd name="T40" fmla="*/ 5648 w 13524"/>
              <a:gd name="T41" fmla="*/ 2016 h 2648"/>
              <a:gd name="T42" fmla="*/ 6600 w 13524"/>
              <a:gd name="T43" fmla="*/ 2596 h 2648"/>
              <a:gd name="T44" fmla="*/ 6368 w 13524"/>
              <a:gd name="T45" fmla="*/ 2248 h 2648"/>
              <a:gd name="T46" fmla="*/ 6136 w 13524"/>
              <a:gd name="T47" fmla="*/ 1072 h 2648"/>
              <a:gd name="T48" fmla="*/ 6600 w 13524"/>
              <a:gd name="T49" fmla="*/ 920 h 2648"/>
              <a:gd name="T50" fmla="*/ 6136 w 13524"/>
              <a:gd name="T51" fmla="*/ 688 h 2648"/>
              <a:gd name="T52" fmla="*/ 6840 w 13524"/>
              <a:gd name="T53" fmla="*/ 1744 h 2648"/>
              <a:gd name="T54" fmla="*/ 8608 w 13524"/>
              <a:gd name="T55" fmla="*/ 2504 h 2648"/>
              <a:gd name="T56" fmla="*/ 7920 w 13524"/>
              <a:gd name="T57" fmla="*/ 648 h 2648"/>
              <a:gd name="T58" fmla="*/ 7352 w 13524"/>
              <a:gd name="T59" fmla="*/ 1696 h 2648"/>
              <a:gd name="T60" fmla="*/ 8120 w 13524"/>
              <a:gd name="T61" fmla="*/ 1060 h 2648"/>
              <a:gd name="T62" fmla="*/ 7808 w 13524"/>
              <a:gd name="T63" fmla="*/ 2264 h 2648"/>
              <a:gd name="T64" fmla="*/ 9112 w 13524"/>
              <a:gd name="T65" fmla="*/ 2608 h 2648"/>
              <a:gd name="T66" fmla="*/ 9608 w 13524"/>
              <a:gd name="T67" fmla="*/ 1440 h 2648"/>
              <a:gd name="T68" fmla="*/ 9896 w 13524"/>
              <a:gd name="T69" fmla="*/ 1072 h 2648"/>
              <a:gd name="T70" fmla="*/ 10112 w 13524"/>
              <a:gd name="T71" fmla="*/ 688 h 2648"/>
              <a:gd name="T72" fmla="*/ 9112 w 13524"/>
              <a:gd name="T73" fmla="*/ 1440 h 2648"/>
              <a:gd name="T74" fmla="*/ 10224 w 13524"/>
              <a:gd name="T75" fmla="*/ 1664 h 2648"/>
              <a:gd name="T76" fmla="*/ 11808 w 13524"/>
              <a:gd name="T77" fmla="*/ 2544 h 2648"/>
              <a:gd name="T78" fmla="*/ 11264 w 13524"/>
              <a:gd name="T79" fmla="*/ 2264 h 2648"/>
              <a:gd name="T80" fmla="*/ 11704 w 13524"/>
              <a:gd name="T81" fmla="*/ 1728 h 2648"/>
              <a:gd name="T82" fmla="*/ 11928 w 13524"/>
              <a:gd name="T83" fmla="*/ 1504 h 2648"/>
              <a:gd name="T84" fmla="*/ 10224 w 13524"/>
              <a:gd name="T85" fmla="*/ 1664 h 2648"/>
              <a:gd name="T86" fmla="*/ 11432 w 13524"/>
              <a:gd name="T87" fmla="*/ 1400 h 2648"/>
              <a:gd name="T88" fmla="*/ 11112 w 13524"/>
              <a:gd name="T89" fmla="*/ 1016 h 2648"/>
              <a:gd name="T90" fmla="*/ 13012 w 13524"/>
              <a:gd name="T91" fmla="*/ 2064 h 2648"/>
              <a:gd name="T92" fmla="*/ 12284 w 13524"/>
              <a:gd name="T93" fmla="*/ 2208 h 2648"/>
              <a:gd name="T94" fmla="*/ 12672 w 13524"/>
              <a:gd name="T95" fmla="*/ 2648 h 2648"/>
              <a:gd name="T96" fmla="*/ 12736 w 13524"/>
              <a:gd name="T97" fmla="*/ 1216 h 2648"/>
              <a:gd name="T98" fmla="*/ 13200 w 13524"/>
              <a:gd name="T99" fmla="*/ 1028 h 2648"/>
              <a:gd name="T100" fmla="*/ 13400 w 13524"/>
              <a:gd name="T101" fmla="*/ 680 h 2648"/>
              <a:gd name="T102" fmla="*/ 12232 w 13524"/>
              <a:gd name="T103" fmla="*/ 1264 h 2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3524" h="2648">
                <a:moveTo>
                  <a:pt x="2160" y="1264"/>
                </a:moveTo>
                <a:cubicBezTo>
                  <a:pt x="2160" y="368"/>
                  <a:pt x="1656" y="0"/>
                  <a:pt x="840" y="0"/>
                </a:cubicBezTo>
                <a:cubicBezTo>
                  <a:pt x="584" y="0"/>
                  <a:pt x="336" y="0"/>
                  <a:pt x="208" y="8"/>
                </a:cubicBezTo>
                <a:cubicBezTo>
                  <a:pt x="80" y="16"/>
                  <a:pt x="0" y="32"/>
                  <a:pt x="0" y="160"/>
                </a:cubicBezTo>
                <a:cubicBezTo>
                  <a:pt x="0" y="2608"/>
                  <a:pt x="0" y="2608"/>
                  <a:pt x="0" y="2608"/>
                </a:cubicBezTo>
                <a:cubicBezTo>
                  <a:pt x="0" y="2608"/>
                  <a:pt x="344" y="2648"/>
                  <a:pt x="728" y="2648"/>
                </a:cubicBezTo>
                <a:cubicBezTo>
                  <a:pt x="1560" y="2648"/>
                  <a:pt x="2160" y="2160"/>
                  <a:pt x="2160" y="1264"/>
                </a:cubicBezTo>
                <a:close/>
                <a:moveTo>
                  <a:pt x="1624" y="1304"/>
                </a:moveTo>
                <a:cubicBezTo>
                  <a:pt x="1624" y="1880"/>
                  <a:pt x="1272" y="2224"/>
                  <a:pt x="776" y="2224"/>
                </a:cubicBezTo>
                <a:cubicBezTo>
                  <a:pt x="616" y="2224"/>
                  <a:pt x="504" y="2204"/>
                  <a:pt x="504" y="2204"/>
                </a:cubicBezTo>
                <a:cubicBezTo>
                  <a:pt x="504" y="428"/>
                  <a:pt x="504" y="428"/>
                  <a:pt x="504" y="428"/>
                </a:cubicBezTo>
                <a:cubicBezTo>
                  <a:pt x="504" y="428"/>
                  <a:pt x="648" y="416"/>
                  <a:pt x="808" y="416"/>
                </a:cubicBezTo>
                <a:cubicBezTo>
                  <a:pt x="1384" y="416"/>
                  <a:pt x="1624" y="728"/>
                  <a:pt x="1624" y="1304"/>
                </a:cubicBezTo>
                <a:close/>
                <a:moveTo>
                  <a:pt x="2432" y="1664"/>
                </a:moveTo>
                <a:cubicBezTo>
                  <a:pt x="2432" y="2320"/>
                  <a:pt x="2752" y="2648"/>
                  <a:pt x="3408" y="2648"/>
                </a:cubicBezTo>
                <a:cubicBezTo>
                  <a:pt x="3680" y="2648"/>
                  <a:pt x="3888" y="2592"/>
                  <a:pt x="4016" y="2544"/>
                </a:cubicBezTo>
                <a:cubicBezTo>
                  <a:pt x="4016" y="2168"/>
                  <a:pt x="4016" y="2168"/>
                  <a:pt x="4016" y="2168"/>
                </a:cubicBezTo>
                <a:cubicBezTo>
                  <a:pt x="3888" y="2216"/>
                  <a:pt x="3664" y="2264"/>
                  <a:pt x="3472" y="2264"/>
                </a:cubicBezTo>
                <a:cubicBezTo>
                  <a:pt x="3120" y="2264"/>
                  <a:pt x="2928" y="2080"/>
                  <a:pt x="2928" y="1728"/>
                </a:cubicBezTo>
                <a:cubicBezTo>
                  <a:pt x="3912" y="1728"/>
                  <a:pt x="3912" y="1728"/>
                  <a:pt x="3912" y="1728"/>
                </a:cubicBezTo>
                <a:cubicBezTo>
                  <a:pt x="4072" y="1728"/>
                  <a:pt x="4136" y="1688"/>
                  <a:pt x="4136" y="1576"/>
                </a:cubicBezTo>
                <a:cubicBezTo>
                  <a:pt x="4136" y="1504"/>
                  <a:pt x="4136" y="1504"/>
                  <a:pt x="4136" y="1504"/>
                </a:cubicBezTo>
                <a:cubicBezTo>
                  <a:pt x="4136" y="1024"/>
                  <a:pt x="3880" y="648"/>
                  <a:pt x="3336" y="648"/>
                </a:cubicBezTo>
                <a:cubicBezTo>
                  <a:pt x="2760" y="648"/>
                  <a:pt x="2432" y="1088"/>
                  <a:pt x="2432" y="1664"/>
                </a:cubicBezTo>
                <a:close/>
                <a:moveTo>
                  <a:pt x="3320" y="1016"/>
                </a:moveTo>
                <a:cubicBezTo>
                  <a:pt x="3528" y="1016"/>
                  <a:pt x="3640" y="1160"/>
                  <a:pt x="3640" y="1400"/>
                </a:cubicBezTo>
                <a:cubicBezTo>
                  <a:pt x="2936" y="1400"/>
                  <a:pt x="2936" y="1400"/>
                  <a:pt x="2936" y="1400"/>
                </a:cubicBezTo>
                <a:cubicBezTo>
                  <a:pt x="2968" y="1160"/>
                  <a:pt x="3112" y="1016"/>
                  <a:pt x="3320" y="1016"/>
                </a:cubicBezTo>
                <a:close/>
                <a:moveTo>
                  <a:pt x="5000" y="8"/>
                </a:moveTo>
                <a:cubicBezTo>
                  <a:pt x="4728" y="8"/>
                  <a:pt x="4728" y="8"/>
                  <a:pt x="4728" y="8"/>
                </a:cubicBezTo>
                <a:cubicBezTo>
                  <a:pt x="4568" y="8"/>
                  <a:pt x="4504" y="48"/>
                  <a:pt x="4504" y="160"/>
                </a:cubicBezTo>
                <a:cubicBezTo>
                  <a:pt x="4504" y="2016"/>
                  <a:pt x="4504" y="2016"/>
                  <a:pt x="4504" y="2016"/>
                </a:cubicBezTo>
                <a:cubicBezTo>
                  <a:pt x="4504" y="2464"/>
                  <a:pt x="4640" y="2648"/>
                  <a:pt x="5008" y="2648"/>
                </a:cubicBezTo>
                <a:cubicBezTo>
                  <a:pt x="5184" y="2648"/>
                  <a:pt x="5336" y="2596"/>
                  <a:pt x="5336" y="2596"/>
                </a:cubicBezTo>
                <a:cubicBezTo>
                  <a:pt x="5336" y="2232"/>
                  <a:pt x="5336" y="2232"/>
                  <a:pt x="5336" y="2232"/>
                </a:cubicBezTo>
                <a:cubicBezTo>
                  <a:pt x="5336" y="2232"/>
                  <a:pt x="5248" y="2256"/>
                  <a:pt x="5168" y="2256"/>
                </a:cubicBezTo>
                <a:cubicBezTo>
                  <a:pt x="5068" y="2256"/>
                  <a:pt x="5000" y="2208"/>
                  <a:pt x="5000" y="2000"/>
                </a:cubicBezTo>
                <a:lnTo>
                  <a:pt x="5000" y="8"/>
                </a:lnTo>
                <a:close/>
                <a:moveTo>
                  <a:pt x="6136" y="8"/>
                </a:moveTo>
                <a:cubicBezTo>
                  <a:pt x="5872" y="8"/>
                  <a:pt x="5872" y="8"/>
                  <a:pt x="5872" y="8"/>
                </a:cubicBezTo>
                <a:cubicBezTo>
                  <a:pt x="5712" y="8"/>
                  <a:pt x="5648" y="48"/>
                  <a:pt x="5648" y="160"/>
                </a:cubicBezTo>
                <a:cubicBezTo>
                  <a:pt x="5648" y="2016"/>
                  <a:pt x="5648" y="2016"/>
                  <a:pt x="5648" y="2016"/>
                </a:cubicBezTo>
                <a:cubicBezTo>
                  <a:pt x="5648" y="2464"/>
                  <a:pt x="5792" y="2648"/>
                  <a:pt x="6208" y="2648"/>
                </a:cubicBezTo>
                <a:cubicBezTo>
                  <a:pt x="6432" y="2648"/>
                  <a:pt x="6600" y="2596"/>
                  <a:pt x="6600" y="2596"/>
                </a:cubicBezTo>
                <a:cubicBezTo>
                  <a:pt x="6600" y="2216"/>
                  <a:pt x="6600" y="2216"/>
                  <a:pt x="6600" y="2216"/>
                </a:cubicBezTo>
                <a:cubicBezTo>
                  <a:pt x="6600" y="2216"/>
                  <a:pt x="6480" y="2248"/>
                  <a:pt x="6368" y="2248"/>
                </a:cubicBezTo>
                <a:cubicBezTo>
                  <a:pt x="6224" y="2248"/>
                  <a:pt x="6136" y="2176"/>
                  <a:pt x="6136" y="1936"/>
                </a:cubicBezTo>
                <a:cubicBezTo>
                  <a:pt x="6136" y="1072"/>
                  <a:pt x="6136" y="1072"/>
                  <a:pt x="6136" y="1072"/>
                </a:cubicBezTo>
                <a:cubicBezTo>
                  <a:pt x="6376" y="1072"/>
                  <a:pt x="6376" y="1072"/>
                  <a:pt x="6376" y="1072"/>
                </a:cubicBezTo>
                <a:cubicBezTo>
                  <a:pt x="6536" y="1072"/>
                  <a:pt x="6600" y="1032"/>
                  <a:pt x="6600" y="920"/>
                </a:cubicBezTo>
                <a:cubicBezTo>
                  <a:pt x="6600" y="688"/>
                  <a:pt x="6600" y="688"/>
                  <a:pt x="6600" y="688"/>
                </a:cubicBezTo>
                <a:cubicBezTo>
                  <a:pt x="6136" y="688"/>
                  <a:pt x="6136" y="688"/>
                  <a:pt x="6136" y="688"/>
                </a:cubicBezTo>
                <a:lnTo>
                  <a:pt x="6136" y="8"/>
                </a:lnTo>
                <a:close/>
                <a:moveTo>
                  <a:pt x="6840" y="1744"/>
                </a:moveTo>
                <a:cubicBezTo>
                  <a:pt x="6840" y="2400"/>
                  <a:pt x="7256" y="2648"/>
                  <a:pt x="7768" y="2648"/>
                </a:cubicBezTo>
                <a:cubicBezTo>
                  <a:pt x="8088" y="2648"/>
                  <a:pt x="8416" y="2584"/>
                  <a:pt x="8608" y="2504"/>
                </a:cubicBezTo>
                <a:cubicBezTo>
                  <a:pt x="8608" y="752"/>
                  <a:pt x="8608" y="752"/>
                  <a:pt x="8608" y="752"/>
                </a:cubicBezTo>
                <a:cubicBezTo>
                  <a:pt x="8416" y="696"/>
                  <a:pt x="8176" y="648"/>
                  <a:pt x="7920" y="648"/>
                </a:cubicBezTo>
                <a:cubicBezTo>
                  <a:pt x="7248" y="648"/>
                  <a:pt x="6840" y="1088"/>
                  <a:pt x="6840" y="1744"/>
                </a:cubicBezTo>
                <a:close/>
                <a:moveTo>
                  <a:pt x="7352" y="1696"/>
                </a:moveTo>
                <a:cubicBezTo>
                  <a:pt x="7352" y="1232"/>
                  <a:pt x="7584" y="1032"/>
                  <a:pt x="7872" y="1032"/>
                </a:cubicBezTo>
                <a:cubicBezTo>
                  <a:pt x="8016" y="1032"/>
                  <a:pt x="8120" y="1060"/>
                  <a:pt x="8120" y="1060"/>
                </a:cubicBezTo>
                <a:cubicBezTo>
                  <a:pt x="8120" y="2216"/>
                  <a:pt x="8120" y="2216"/>
                  <a:pt x="8120" y="2216"/>
                </a:cubicBezTo>
                <a:cubicBezTo>
                  <a:pt x="8120" y="2216"/>
                  <a:pt x="8016" y="2264"/>
                  <a:pt x="7808" y="2264"/>
                </a:cubicBezTo>
                <a:cubicBezTo>
                  <a:pt x="7488" y="2264"/>
                  <a:pt x="7352" y="2048"/>
                  <a:pt x="7352" y="1696"/>
                </a:cubicBezTo>
                <a:close/>
                <a:moveTo>
                  <a:pt x="9112" y="2608"/>
                </a:moveTo>
                <a:cubicBezTo>
                  <a:pt x="9608" y="2608"/>
                  <a:pt x="9608" y="2608"/>
                  <a:pt x="9608" y="2608"/>
                </a:cubicBezTo>
                <a:cubicBezTo>
                  <a:pt x="9608" y="1440"/>
                  <a:pt x="9608" y="1440"/>
                  <a:pt x="9608" y="1440"/>
                </a:cubicBezTo>
                <a:cubicBezTo>
                  <a:pt x="9608" y="1168"/>
                  <a:pt x="9680" y="1072"/>
                  <a:pt x="9872" y="1072"/>
                </a:cubicBezTo>
                <a:cubicBezTo>
                  <a:pt x="9896" y="1072"/>
                  <a:pt x="9896" y="1072"/>
                  <a:pt x="9896" y="1072"/>
                </a:cubicBezTo>
                <a:cubicBezTo>
                  <a:pt x="10040" y="1072"/>
                  <a:pt x="10112" y="1048"/>
                  <a:pt x="10112" y="920"/>
                </a:cubicBezTo>
                <a:cubicBezTo>
                  <a:pt x="10112" y="688"/>
                  <a:pt x="10112" y="688"/>
                  <a:pt x="10112" y="688"/>
                </a:cubicBezTo>
                <a:cubicBezTo>
                  <a:pt x="9808" y="688"/>
                  <a:pt x="9808" y="688"/>
                  <a:pt x="9808" y="688"/>
                </a:cubicBezTo>
                <a:cubicBezTo>
                  <a:pt x="9264" y="688"/>
                  <a:pt x="9112" y="1024"/>
                  <a:pt x="9112" y="1440"/>
                </a:cubicBezTo>
                <a:lnTo>
                  <a:pt x="9112" y="2608"/>
                </a:lnTo>
                <a:close/>
                <a:moveTo>
                  <a:pt x="10224" y="1664"/>
                </a:moveTo>
                <a:cubicBezTo>
                  <a:pt x="10224" y="2320"/>
                  <a:pt x="10544" y="2648"/>
                  <a:pt x="11200" y="2648"/>
                </a:cubicBezTo>
                <a:cubicBezTo>
                  <a:pt x="11472" y="2648"/>
                  <a:pt x="11680" y="2592"/>
                  <a:pt x="11808" y="2544"/>
                </a:cubicBezTo>
                <a:cubicBezTo>
                  <a:pt x="11808" y="2168"/>
                  <a:pt x="11808" y="2168"/>
                  <a:pt x="11808" y="2168"/>
                </a:cubicBezTo>
                <a:cubicBezTo>
                  <a:pt x="11680" y="2216"/>
                  <a:pt x="11456" y="2264"/>
                  <a:pt x="11264" y="2264"/>
                </a:cubicBezTo>
                <a:cubicBezTo>
                  <a:pt x="10912" y="2264"/>
                  <a:pt x="10720" y="2080"/>
                  <a:pt x="10720" y="1728"/>
                </a:cubicBezTo>
                <a:cubicBezTo>
                  <a:pt x="11704" y="1728"/>
                  <a:pt x="11704" y="1728"/>
                  <a:pt x="11704" y="1728"/>
                </a:cubicBezTo>
                <a:cubicBezTo>
                  <a:pt x="11864" y="1728"/>
                  <a:pt x="11928" y="1688"/>
                  <a:pt x="11928" y="1576"/>
                </a:cubicBezTo>
                <a:cubicBezTo>
                  <a:pt x="11928" y="1504"/>
                  <a:pt x="11928" y="1504"/>
                  <a:pt x="11928" y="1504"/>
                </a:cubicBezTo>
                <a:cubicBezTo>
                  <a:pt x="11928" y="1024"/>
                  <a:pt x="11672" y="648"/>
                  <a:pt x="11128" y="648"/>
                </a:cubicBezTo>
                <a:cubicBezTo>
                  <a:pt x="10552" y="648"/>
                  <a:pt x="10224" y="1088"/>
                  <a:pt x="10224" y="1664"/>
                </a:cubicBezTo>
                <a:close/>
                <a:moveTo>
                  <a:pt x="11112" y="1016"/>
                </a:moveTo>
                <a:cubicBezTo>
                  <a:pt x="11320" y="1016"/>
                  <a:pt x="11432" y="1160"/>
                  <a:pt x="11432" y="1400"/>
                </a:cubicBezTo>
                <a:cubicBezTo>
                  <a:pt x="10728" y="1400"/>
                  <a:pt x="10728" y="1400"/>
                  <a:pt x="10728" y="1400"/>
                </a:cubicBezTo>
                <a:cubicBezTo>
                  <a:pt x="10760" y="1160"/>
                  <a:pt x="10904" y="1016"/>
                  <a:pt x="11112" y="1016"/>
                </a:cubicBezTo>
                <a:close/>
                <a:moveTo>
                  <a:pt x="12232" y="1264"/>
                </a:moveTo>
                <a:cubicBezTo>
                  <a:pt x="12232" y="1904"/>
                  <a:pt x="13012" y="1728"/>
                  <a:pt x="13012" y="2064"/>
                </a:cubicBezTo>
                <a:cubicBezTo>
                  <a:pt x="13012" y="2192"/>
                  <a:pt x="12888" y="2264"/>
                  <a:pt x="12696" y="2264"/>
                </a:cubicBezTo>
                <a:cubicBezTo>
                  <a:pt x="12552" y="2264"/>
                  <a:pt x="12396" y="2240"/>
                  <a:pt x="12284" y="2208"/>
                </a:cubicBezTo>
                <a:cubicBezTo>
                  <a:pt x="12276" y="2608"/>
                  <a:pt x="12276" y="2608"/>
                  <a:pt x="12276" y="2608"/>
                </a:cubicBezTo>
                <a:cubicBezTo>
                  <a:pt x="12388" y="2632"/>
                  <a:pt x="12528" y="2648"/>
                  <a:pt x="12672" y="2648"/>
                </a:cubicBezTo>
                <a:cubicBezTo>
                  <a:pt x="13184" y="2648"/>
                  <a:pt x="13524" y="2400"/>
                  <a:pt x="13524" y="2016"/>
                </a:cubicBezTo>
                <a:cubicBezTo>
                  <a:pt x="13524" y="1392"/>
                  <a:pt x="12736" y="1520"/>
                  <a:pt x="12736" y="1216"/>
                </a:cubicBezTo>
                <a:cubicBezTo>
                  <a:pt x="12736" y="1088"/>
                  <a:pt x="12848" y="1024"/>
                  <a:pt x="13024" y="1024"/>
                </a:cubicBezTo>
                <a:cubicBezTo>
                  <a:pt x="13088" y="1024"/>
                  <a:pt x="13152" y="1028"/>
                  <a:pt x="13200" y="1028"/>
                </a:cubicBezTo>
                <a:cubicBezTo>
                  <a:pt x="13312" y="1028"/>
                  <a:pt x="13400" y="1008"/>
                  <a:pt x="13400" y="816"/>
                </a:cubicBezTo>
                <a:cubicBezTo>
                  <a:pt x="13400" y="680"/>
                  <a:pt x="13400" y="680"/>
                  <a:pt x="13400" y="680"/>
                </a:cubicBezTo>
                <a:cubicBezTo>
                  <a:pt x="13400" y="680"/>
                  <a:pt x="13224" y="648"/>
                  <a:pt x="13048" y="648"/>
                </a:cubicBezTo>
                <a:cubicBezTo>
                  <a:pt x="12504" y="648"/>
                  <a:pt x="12232" y="928"/>
                  <a:pt x="12232" y="1264"/>
                </a:cubicBezTo>
                <a:close/>
              </a:path>
            </a:pathLst>
          </a:custGeom>
          <a:solidFill>
            <a:schemeClr val="bg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6" name="Tijdelijke aanduiding voor datum 5">
            <a:extLst>
              <a:ext uri="{FF2B5EF4-FFF2-40B4-BE49-F238E27FC236}">
                <a16:creationId xmlns:a16="http://schemas.microsoft.com/office/drawing/2014/main" id="{EEA063B1-D1BB-422B-A945-0E0BF92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02960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CA897A52-D4CF-4702-BCED-5706FDE7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9897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35B6879-93B0-4CA7-BCA9-D4FA9240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5276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Enabling_deltalife_wit">
            <a:extLst>
              <a:ext uri="{FF2B5EF4-FFF2-40B4-BE49-F238E27FC236}">
                <a16:creationId xmlns:a16="http://schemas.microsoft.com/office/drawing/2014/main" id="{F6979AE7-8CDB-45F8-88A4-AC18A1F0E5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5947200"/>
            <a:ext cx="3175200" cy="75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0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08333E-7 7.40741E-7 L -0.0332 0.0604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300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2.22222E-6 L 0.04115 -0.0747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-375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3" grpId="0" animBg="1"/>
      <p:bldP spid="12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9" name="Tekstvak 28">
            <a:hlinkClick r:id="rId3"/>
            <a:extLst>
              <a:ext uri="{FF2B5EF4-FFF2-40B4-BE49-F238E27FC236}">
                <a16:creationId xmlns:a16="http://schemas.microsoft.com/office/drawing/2014/main" id="{C731B5EA-6866-4EBE-8138-DEC893F2E2E3}"/>
              </a:ext>
            </a:extLst>
          </p:cNvPr>
          <p:cNvSpPr txBox="1"/>
          <p:nvPr userDrawn="1"/>
        </p:nvSpPr>
        <p:spPr>
          <a:xfrm>
            <a:off x="1260000" y="2267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info@deltares.nl</a:t>
            </a:r>
          </a:p>
        </p:txBody>
      </p:sp>
      <p:sp>
        <p:nvSpPr>
          <p:cNvPr id="30" name="Tekstvak 29">
            <a:hlinkClick r:id="rId4"/>
            <a:extLst>
              <a:ext uri="{FF2B5EF4-FFF2-40B4-BE49-F238E27FC236}">
                <a16:creationId xmlns:a16="http://schemas.microsoft.com/office/drawing/2014/main" id="{B2A41075-9E8D-4E25-B2BA-1D1DD506088A}"/>
              </a:ext>
            </a:extLst>
          </p:cNvPr>
          <p:cNvSpPr txBox="1"/>
          <p:nvPr userDrawn="1"/>
        </p:nvSpPr>
        <p:spPr>
          <a:xfrm>
            <a:off x="4212000" y="1763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1" name="Tekstvak 30">
            <a:hlinkClick r:id="rId5"/>
            <a:extLst>
              <a:ext uri="{FF2B5EF4-FFF2-40B4-BE49-F238E27FC236}">
                <a16:creationId xmlns:a16="http://schemas.microsoft.com/office/drawing/2014/main" id="{58C063EF-2783-4DB8-8B62-49C28C8695C5}"/>
              </a:ext>
            </a:extLst>
          </p:cNvPr>
          <p:cNvSpPr txBox="1"/>
          <p:nvPr userDrawn="1"/>
        </p:nvSpPr>
        <p:spPr>
          <a:xfrm>
            <a:off x="6912000" y="1763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linkedin.com/company/deltares</a:t>
            </a:r>
          </a:p>
        </p:txBody>
      </p:sp>
      <p:sp>
        <p:nvSpPr>
          <p:cNvPr id="32" name="Tekstvak 31">
            <a:hlinkClick r:id="rId6"/>
            <a:extLst>
              <a:ext uri="{FF2B5EF4-FFF2-40B4-BE49-F238E27FC236}">
                <a16:creationId xmlns:a16="http://schemas.microsoft.com/office/drawing/2014/main" id="{5F163D96-77E3-420C-8665-5CE311574B20}"/>
              </a:ext>
            </a:extLst>
          </p:cNvPr>
          <p:cNvSpPr txBox="1"/>
          <p:nvPr userDrawn="1"/>
        </p:nvSpPr>
        <p:spPr>
          <a:xfrm>
            <a:off x="1260000" y="1763999"/>
            <a:ext cx="194961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www.deltares.nl</a:t>
            </a:r>
          </a:p>
        </p:txBody>
      </p:sp>
      <p:sp>
        <p:nvSpPr>
          <p:cNvPr id="33" name="Tekstvak 32">
            <a:hlinkClick r:id="rId7"/>
            <a:extLst>
              <a:ext uri="{FF2B5EF4-FFF2-40B4-BE49-F238E27FC236}">
                <a16:creationId xmlns:a16="http://schemas.microsoft.com/office/drawing/2014/main" id="{3B4E325A-D4A5-415E-A8C3-FF4A98631369}"/>
              </a:ext>
            </a:extLst>
          </p:cNvPr>
          <p:cNvSpPr txBox="1"/>
          <p:nvPr userDrawn="1"/>
        </p:nvSpPr>
        <p:spPr>
          <a:xfrm>
            <a:off x="4212000" y="2267999"/>
            <a:ext cx="187166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@deltares</a:t>
            </a:r>
          </a:p>
        </p:txBody>
      </p:sp>
      <p:sp>
        <p:nvSpPr>
          <p:cNvPr id="34" name="Tekstvak 33">
            <a:hlinkClick r:id="rId8"/>
            <a:extLst>
              <a:ext uri="{FF2B5EF4-FFF2-40B4-BE49-F238E27FC236}">
                <a16:creationId xmlns:a16="http://schemas.microsoft.com/office/drawing/2014/main" id="{052934D0-6B1B-4AB9-8002-224050C7A1A1}"/>
              </a:ext>
            </a:extLst>
          </p:cNvPr>
          <p:cNvSpPr txBox="1"/>
          <p:nvPr userDrawn="1"/>
        </p:nvSpPr>
        <p:spPr>
          <a:xfrm>
            <a:off x="6912000" y="2267999"/>
            <a:ext cx="434442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noProof="1">
                <a:solidFill>
                  <a:schemeClr val="tx2"/>
                </a:solidFill>
              </a:rPr>
              <a:t>facebook.com/deltaresNL</a:t>
            </a:r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0D7005BD-5B17-436C-95BF-D53FCBDA05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000" y="1764000"/>
            <a:ext cx="306000" cy="306000"/>
          </a:xfrm>
          <a:prstGeom prst="rect">
            <a:avLst/>
          </a:prstGeom>
        </p:spPr>
      </p:pic>
      <p:pic>
        <p:nvPicPr>
          <p:cNvPr id="9" name="Graphic 8">
            <a:hlinkClick r:id="rId5"/>
            <a:extLst>
              <a:ext uri="{FF2B5EF4-FFF2-40B4-BE49-F238E27FC236}">
                <a16:creationId xmlns:a16="http://schemas.microsoft.com/office/drawing/2014/main" id="{48ED5D6E-BB00-4DF8-8A4A-B64CCA3200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8000" y="1764000"/>
            <a:ext cx="306000" cy="306000"/>
          </a:xfrm>
          <a:prstGeom prst="rect">
            <a:avLst/>
          </a:prstGeom>
        </p:spPr>
      </p:pic>
      <p:pic>
        <p:nvPicPr>
          <p:cNvPr id="12" name="Graphic 11">
            <a:hlinkClick r:id="rId3"/>
            <a:extLst>
              <a:ext uri="{FF2B5EF4-FFF2-40B4-BE49-F238E27FC236}">
                <a16:creationId xmlns:a16="http://schemas.microsoft.com/office/drawing/2014/main" id="{3D248AEC-10A5-4B7E-BF95-2E949619BAC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6000" y="2268000"/>
            <a:ext cx="306000" cy="306000"/>
          </a:xfrm>
          <a:prstGeom prst="rect">
            <a:avLst/>
          </a:prstGeom>
        </p:spPr>
      </p:pic>
      <p:pic>
        <p:nvPicPr>
          <p:cNvPr id="16" name="Graphic 15">
            <a:hlinkClick r:id="rId8"/>
            <a:extLst>
              <a:ext uri="{FF2B5EF4-FFF2-40B4-BE49-F238E27FC236}">
                <a16:creationId xmlns:a16="http://schemas.microsoft.com/office/drawing/2014/main" id="{54EB740A-0F53-4E1C-8587-DA2F01870AD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8000" y="2268000"/>
            <a:ext cx="306000" cy="306000"/>
          </a:xfrm>
          <a:prstGeom prst="rect">
            <a:avLst/>
          </a:prstGeom>
        </p:spPr>
      </p:pic>
      <p:pic>
        <p:nvPicPr>
          <p:cNvPr id="19" name="Graphic 18">
            <a:hlinkClick r:id="rId4"/>
            <a:extLst>
              <a:ext uri="{FF2B5EF4-FFF2-40B4-BE49-F238E27FC236}">
                <a16:creationId xmlns:a16="http://schemas.microsoft.com/office/drawing/2014/main" id="{3C2A80C3-6754-49BB-AE1D-787E3C8B82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08000" y="1764000"/>
            <a:ext cx="306000" cy="306000"/>
          </a:xfrm>
          <a:prstGeom prst="rect">
            <a:avLst/>
          </a:prstGeom>
        </p:spPr>
      </p:pic>
      <p:pic>
        <p:nvPicPr>
          <p:cNvPr id="44" name="Graphic 43">
            <a:hlinkClick r:id="rId7"/>
            <a:extLst>
              <a:ext uri="{FF2B5EF4-FFF2-40B4-BE49-F238E27FC236}">
                <a16:creationId xmlns:a16="http://schemas.microsoft.com/office/drawing/2014/main" id="{7232CAEC-F3CE-4040-A772-F8A6B930251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08000" y="2268000"/>
            <a:ext cx="306000" cy="306000"/>
          </a:xfrm>
          <a:prstGeom prst="rect">
            <a:avLst/>
          </a:prstGeom>
        </p:spPr>
      </p:pic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255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 userDrawn="1">
          <p15:clr>
            <a:srgbClr val="FBAE40"/>
          </p15:clr>
        </p15:guide>
        <p15:guide id="2" orient="horz" pos="2058" userDrawn="1">
          <p15:clr>
            <a:srgbClr val="FBAE40"/>
          </p15:clr>
        </p15:guide>
        <p15:guide id="3" orient="horz" pos="4026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5" pos="4362" userDrawn="1">
          <p15:clr>
            <a:srgbClr val="FBAE40"/>
          </p15:clr>
        </p15:guide>
        <p15:guide id="6" pos="2661" userDrawn="1">
          <p15:clr>
            <a:srgbClr val="FBAE40"/>
          </p15:clr>
        </p15:guide>
        <p15:guide id="7" pos="2343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(Vrij invulba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65">
            <a:extLst>
              <a:ext uri="{FF2B5EF4-FFF2-40B4-BE49-F238E27FC236}">
                <a16:creationId xmlns:a16="http://schemas.microsoft.com/office/drawing/2014/main" id="{D8C9B7F8-6288-4D09-BD88-8006B973F3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650" y="2820473"/>
            <a:ext cx="11436350" cy="4037527"/>
          </a:xfrm>
          <a:blipFill>
            <a:blip r:embed="rId2"/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afbeelding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B90DCA0-4985-4FE6-A3E0-A65236F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tekst 61">
            <a:extLst>
              <a:ext uri="{FF2B5EF4-FFF2-40B4-BE49-F238E27FC236}">
                <a16:creationId xmlns:a16="http://schemas.microsoft.com/office/drawing/2014/main" id="{3D815638-2A87-40E4-BC3A-FB4D1E25ACB0}"/>
              </a:ext>
            </a:extLst>
          </p:cNvPr>
          <p:cNvSpPr>
            <a:spLocks noGrp="1" noChangeAspect="1"/>
          </p:cNvSpPr>
          <p:nvPr>
            <p:ph type="body" sz="quarter" idx="18"/>
          </p:nvPr>
        </p:nvSpPr>
        <p:spPr>
          <a:xfrm>
            <a:off x="9531707" y="5835881"/>
            <a:ext cx="2340000" cy="758729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lIns="3240000" rIns="0"/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4416EE60-04E7-4A49-88D4-1122BC4AF7D8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55650" y="3288888"/>
            <a:ext cx="2863850" cy="3096290"/>
          </a:xfrm>
          <a:custGeom>
            <a:avLst/>
            <a:gdLst>
              <a:gd name="connsiteX0" fmla="*/ 2525609 w 5497409"/>
              <a:gd name="connsiteY0" fmla="*/ 0 h 5943600"/>
              <a:gd name="connsiteX1" fmla="*/ 5497409 w 5497409"/>
              <a:gd name="connsiteY1" fmla="*/ 2971800 h 5943600"/>
              <a:gd name="connsiteX2" fmla="*/ 2525609 w 5497409"/>
              <a:gd name="connsiteY2" fmla="*/ 5943600 h 5943600"/>
              <a:gd name="connsiteX3" fmla="*/ 61346 w 5497409"/>
              <a:gd name="connsiteY3" fmla="*/ 4633362 h 5943600"/>
              <a:gd name="connsiteX4" fmla="*/ 0 w 5497409"/>
              <a:gd name="connsiteY4" fmla="*/ 4532384 h 5943600"/>
              <a:gd name="connsiteX5" fmla="*/ 0 w 5497409"/>
              <a:gd name="connsiteY5" fmla="*/ 1411217 h 5943600"/>
              <a:gd name="connsiteX6" fmla="*/ 61346 w 5497409"/>
              <a:gd name="connsiteY6" fmla="*/ 1310238 h 5943600"/>
              <a:gd name="connsiteX7" fmla="*/ 2525609 w 5497409"/>
              <a:gd name="connsiteY7" fmla="*/ 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7409" h="5943600">
                <a:moveTo>
                  <a:pt x="2525609" y="0"/>
                </a:moveTo>
                <a:cubicBezTo>
                  <a:pt x="4166889" y="0"/>
                  <a:pt x="5497409" y="1330520"/>
                  <a:pt x="5497409" y="2971800"/>
                </a:cubicBezTo>
                <a:cubicBezTo>
                  <a:pt x="5497409" y="4613080"/>
                  <a:pt x="4166889" y="5943600"/>
                  <a:pt x="2525609" y="5943600"/>
                </a:cubicBezTo>
                <a:cubicBezTo>
                  <a:pt x="1499809" y="5943600"/>
                  <a:pt x="595400" y="5423866"/>
                  <a:pt x="61346" y="4633362"/>
                </a:cubicBezTo>
                <a:lnTo>
                  <a:pt x="0" y="4532384"/>
                </a:lnTo>
                <a:lnTo>
                  <a:pt x="0" y="1411217"/>
                </a:lnTo>
                <a:lnTo>
                  <a:pt x="61346" y="1310238"/>
                </a:lnTo>
                <a:cubicBezTo>
                  <a:pt x="595400" y="519735"/>
                  <a:pt x="1499809" y="0"/>
                  <a:pt x="252560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</p:spPr>
        <p:txBody>
          <a:bodyPr vert="wordArtVert" wrap="square" rIns="6336000">
            <a:noAutofit/>
          </a:bodyPr>
          <a:lstStyle>
            <a:lvl1pPr marL="0" indent="0">
              <a:buNone/>
              <a:defRPr sz="1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930A32AC-B6B9-49DA-96CB-8FA7566F258D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3086750" y="4157669"/>
            <a:ext cx="153888" cy="1485895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October 19, 2018</a:t>
            </a:r>
            <a:endParaRPr lang="nl-NL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5B33C15-FA3F-4488-B605-FD2E5912A64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556122" y="541695"/>
            <a:ext cx="153888" cy="5101869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r>
              <a:rPr lang="nl-NL"/>
              <a:t>Overdracht van Dijkring 48 model aan het waterschap Rijn en IJssel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7A43FF58-601A-486A-BC3C-8646024C246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409913" y="6413498"/>
            <a:ext cx="450000" cy="184666"/>
          </a:xfrm>
        </p:spPr>
        <p:txBody>
          <a:bodyPr/>
          <a:lstStyle>
            <a:lvl1pPr>
              <a:defRPr>
                <a:solidFill>
                  <a:srgbClr val="E6E6E6"/>
                </a:solidFill>
              </a:defRPr>
            </a:lvl1pPr>
          </a:lstStyle>
          <a:p>
            <a:fld id="{F42B3F14-D836-496B-80A2-23BE75BD68CB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D05F72AB-9143-4CEB-9995-BC46F87996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60000" y="1764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140C74ED-3843-44B5-A036-98F1C0983D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260000" y="2268000"/>
            <a:ext cx="2448000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7CB3B72F-829E-4802-89CE-5FAA887211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212000" y="1764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6" name="Tijdelijke aanduiding voor tekst 3">
            <a:extLst>
              <a:ext uri="{FF2B5EF4-FFF2-40B4-BE49-F238E27FC236}">
                <a16:creationId xmlns:a16="http://schemas.microsoft.com/office/drawing/2014/main" id="{E96C0F79-C1F5-448A-9B02-130652C5EFD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212000" y="2268000"/>
            <a:ext cx="2195512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3008B147-EF81-4851-A6A3-FDBC85BB5B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10369" y="1764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D61D01F4-0D94-49A0-A0C6-2A6964B393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910369" y="2268000"/>
            <a:ext cx="4362394" cy="306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12238712-852D-4C83-A179-EE0F3F65535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5650" y="1764000"/>
            <a:ext cx="306000" cy="306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5" name="Tijdelijke aanduiding voor afbeelding 12">
            <a:extLst>
              <a:ext uri="{FF2B5EF4-FFF2-40B4-BE49-F238E27FC236}">
                <a16:creationId xmlns:a16="http://schemas.microsoft.com/office/drawing/2014/main" id="{B94B33D8-9ADC-46F3-9BAD-244DD869287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5650" y="2268000"/>
            <a:ext cx="306000" cy="30600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6" name="Tijdelijke aanduiding voor afbeelding 12">
            <a:extLst>
              <a:ext uri="{FF2B5EF4-FFF2-40B4-BE49-F238E27FC236}">
                <a16:creationId xmlns:a16="http://schemas.microsoft.com/office/drawing/2014/main" id="{7B078E79-A086-4E54-9016-28A2DBA0692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08000" y="1764000"/>
            <a:ext cx="306000" cy="30600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7" name="Tijdelijke aanduiding voor afbeelding 12">
            <a:extLst>
              <a:ext uri="{FF2B5EF4-FFF2-40B4-BE49-F238E27FC236}">
                <a16:creationId xmlns:a16="http://schemas.microsoft.com/office/drawing/2014/main" id="{9A2E3717-085D-4920-9B0E-8DBF1A42FC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708000" y="2268000"/>
            <a:ext cx="306000" cy="306000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Tijdelijke aanduiding voor afbeelding 12">
            <a:extLst>
              <a:ext uri="{FF2B5EF4-FFF2-40B4-BE49-F238E27FC236}">
                <a16:creationId xmlns:a16="http://schemas.microsoft.com/office/drawing/2014/main" id="{77467CBB-F989-40AA-BAA1-DDC3FE2145D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408000" y="1764000"/>
            <a:ext cx="306000" cy="306000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9" name="Tijdelijke aanduiding voor afbeelding 12">
            <a:extLst>
              <a:ext uri="{FF2B5EF4-FFF2-40B4-BE49-F238E27FC236}">
                <a16:creationId xmlns:a16="http://schemas.microsoft.com/office/drawing/2014/main" id="{1C25A578-0CC7-464F-9CFB-1B9EC232EF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408000" y="2268000"/>
            <a:ext cx="306000" cy="306000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 anchor="ctr"/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09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45">
          <p15:clr>
            <a:srgbClr val="FBAE40"/>
          </p15:clr>
        </p15:guide>
        <p15:guide id="2" orient="horz" pos="2058">
          <p15:clr>
            <a:srgbClr val="FBAE40"/>
          </p15:clr>
        </p15:guide>
        <p15:guide id="3" orient="horz" pos="4026">
          <p15:clr>
            <a:srgbClr val="FBAE40"/>
          </p15:clr>
        </p15:guide>
        <p15:guide id="4" pos="4044">
          <p15:clr>
            <a:srgbClr val="FBAE40"/>
          </p15:clr>
        </p15:guide>
        <p15:guide id="5" pos="4362">
          <p15:clr>
            <a:srgbClr val="FBAE40"/>
          </p15:clr>
        </p15:guide>
        <p15:guide id="6" pos="2661">
          <p15:clr>
            <a:srgbClr val="FBAE40"/>
          </p15:clr>
        </p15:guide>
        <p15:guide id="7" pos="234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ooter Bar">
            <a:extLst>
              <a:ext uri="{FF2B5EF4-FFF2-40B4-BE49-F238E27FC236}">
                <a16:creationId xmlns:a16="http://schemas.microsoft.com/office/drawing/2014/main" id="{022EB8B7-6824-4AED-BB2B-C0B109993AD1}"/>
              </a:ext>
            </a:extLst>
          </p:cNvPr>
          <p:cNvGrpSpPr/>
          <p:nvPr userDrawn="1"/>
        </p:nvGrpSpPr>
        <p:grpSpPr>
          <a:xfrm>
            <a:off x="11742000" y="0"/>
            <a:ext cx="450000" cy="6858000"/>
            <a:chOff x="11742000" y="0"/>
            <a:chExt cx="450000" cy="6858000"/>
          </a:xfrm>
          <a:solidFill>
            <a:schemeClr val="accent2">
              <a:alpha val="5882"/>
            </a:schemeClr>
          </a:solidFill>
        </p:grpSpPr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9F9EE001-C15B-435E-9F44-1622C159FC17}"/>
                </a:ext>
              </a:extLst>
            </p:cNvPr>
            <p:cNvSpPr/>
            <p:nvPr userDrawn="1"/>
          </p:nvSpPr>
          <p:spPr>
            <a:xfrm>
              <a:off x="11742000" y="0"/>
              <a:ext cx="450000" cy="6858000"/>
            </a:xfrm>
            <a:prstGeom prst="rect">
              <a:avLst/>
            </a:prstGeom>
            <a:solidFill>
              <a:srgbClr val="F1F3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32440EA2-337B-4EDA-9C88-10B9002EF364}"/>
                </a:ext>
              </a:extLst>
            </p:cNvPr>
            <p:cNvCxnSpPr/>
            <p:nvPr userDrawn="1"/>
          </p:nvCxnSpPr>
          <p:spPr>
            <a:xfrm>
              <a:off x="11801530" y="6081711"/>
              <a:ext cx="324000" cy="0"/>
            </a:xfrm>
            <a:prstGeom prst="line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966F5-006F-433A-9691-0B17633B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541695"/>
            <a:ext cx="10517113" cy="93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Dia</a:t>
            </a:r>
            <a:r>
              <a:rPr lang="en-GB" dirty="0"/>
              <a:t> met </a:t>
            </a:r>
            <a:r>
              <a:rPr lang="en-GB" dirty="0" err="1"/>
              <a:t>tekst</a:t>
            </a:r>
            <a:r>
              <a:rPr lang="en-GB" dirty="0"/>
              <a:t>. </a:t>
            </a:r>
            <a:r>
              <a:rPr lang="en-GB" dirty="0" err="1"/>
              <a:t>Voorbeeld</a:t>
            </a:r>
            <a:r>
              <a:rPr lang="en-GB" dirty="0"/>
              <a:t> van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tekst</a:t>
            </a:r>
            <a:r>
              <a:rPr lang="en-GB" dirty="0"/>
              <a:t> over twee regels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B2E2CE-1F7F-4603-9A75-FEAAFF73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1768763"/>
            <a:ext cx="10512349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dirty="0"/>
              <a:t>Level 1, default bullets</a:t>
            </a:r>
          </a:p>
          <a:p>
            <a:pPr lvl="1"/>
            <a:r>
              <a:rPr lang="en-GB" dirty="0"/>
              <a:t>Level 2, (sub bullets)</a:t>
            </a:r>
          </a:p>
          <a:p>
            <a:pPr lvl="2"/>
            <a:r>
              <a:rPr lang="en-GB" dirty="0"/>
              <a:t>Level 3 (</a:t>
            </a:r>
            <a:r>
              <a:rPr lang="en-GB" dirty="0" err="1"/>
              <a:t>bodytext</a:t>
            </a:r>
            <a:r>
              <a:rPr lang="en-GB" dirty="0"/>
              <a:t>)</a:t>
            </a:r>
          </a:p>
          <a:p>
            <a:pPr lvl="3"/>
            <a:r>
              <a:rPr lang="en-GB" dirty="0"/>
              <a:t>Level 4 (Subtitle)</a:t>
            </a:r>
          </a:p>
          <a:p>
            <a:pPr lvl="4"/>
            <a:r>
              <a:rPr lang="en-GB" dirty="0"/>
              <a:t>Level 5 (numbers)</a:t>
            </a:r>
          </a:p>
          <a:p>
            <a:pPr lvl="5"/>
            <a:r>
              <a:rPr lang="en-GB" dirty="0"/>
              <a:t>Level (sub numbers)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4571E1-7B78-4AC3-AB7A-7A15720D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420000" y="4157669"/>
            <a:ext cx="153888" cy="1485895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sz="1000" b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004B6D2-F868-492E-8371-701F4F99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89372" y="541695"/>
            <a:ext cx="153888" cy="5101869"/>
          </a:xfrm>
          <a:prstGeom prst="rect">
            <a:avLst/>
          </a:prstGeom>
        </p:spPr>
        <p:txBody>
          <a:bodyPr vert="vert270" wrap="square" lIns="0" tIns="0" rIns="0" bIns="0" rtlCol="0" anchor="ctr" anchorCtr="0">
            <a:noAutofit/>
          </a:bodyPr>
          <a:lstStyle>
            <a:lvl1pPr algn="l">
              <a:defRPr lang="nl-NL" sz="10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nl-NL" dirty="0"/>
              <a:t>GRADE - </a:t>
            </a:r>
            <a:r>
              <a:rPr lang="nl-NL" dirty="0" err="1"/>
              <a:t>OnZekerheidsAnalyse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491C4D-045B-4D79-8E4E-A715678E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43163" y="6413498"/>
            <a:ext cx="450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2B3F14-D836-496B-80A2-23BE75BD68C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5" name="Deltares_Logo_klein">
            <a:extLst>
              <a:ext uri="{FF2B5EF4-FFF2-40B4-BE49-F238E27FC236}">
                <a16:creationId xmlns:a16="http://schemas.microsoft.com/office/drawing/2014/main" id="{CA5E38F1-EE2E-4740-B411-6A2F5838BECA}"/>
              </a:ext>
            </a:extLst>
          </p:cNvPr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56" y="6267123"/>
            <a:ext cx="1188000" cy="3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53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47" r:id="rId3"/>
    <p:sldLayoutId id="2147483691" r:id="rId4"/>
    <p:sldLayoutId id="2147483692" r:id="rId5"/>
    <p:sldLayoutId id="2147483664" r:id="rId6"/>
    <p:sldLayoutId id="2147483687" r:id="rId7"/>
    <p:sldLayoutId id="2147483689" r:id="rId8"/>
    <p:sldLayoutId id="2147483690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96" r:id="rId17"/>
    <p:sldLayoutId id="2147483682" r:id="rId18"/>
    <p:sldLayoutId id="2147483683" r:id="rId19"/>
    <p:sldLayoutId id="2147483749" r:id="rId20"/>
    <p:sldLayoutId id="2147483681" r:id="rId21"/>
    <p:sldLayoutId id="2147483752" r:id="rId22"/>
    <p:sldLayoutId id="2147483699" r:id="rId23"/>
    <p:sldLayoutId id="2147483748" r:id="rId24"/>
    <p:sldLayoutId id="2147483656" r:id="rId25"/>
    <p:sldLayoutId id="2147483753" r:id="rId26"/>
    <p:sldLayoutId id="2147483698" r:id="rId27"/>
    <p:sldLayoutId id="2147483754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24000" indent="-324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8000" indent="-32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24000" indent="-324000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+mj-lt"/>
        <a:buAutoNum type="arabicPeriod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648000" indent="-324000" algn="l" defTabSz="914400" rtl="0" eaLnBrk="1" latinLnBrk="0" hangingPunct="1">
        <a:lnSpc>
          <a:spcPct val="90000"/>
        </a:lnSpc>
        <a:spcBef>
          <a:spcPts val="500"/>
        </a:spcBef>
        <a:buSzPct val="95000"/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1110" userDrawn="1">
          <p15:clr>
            <a:srgbClr val="F26B43"/>
          </p15:clr>
        </p15:guide>
        <p15:guide id="3" pos="476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6" pos="792" userDrawn="1">
          <p15:clr>
            <a:srgbClr val="F26B43"/>
          </p15:clr>
        </p15:guide>
        <p15:guide id="7" orient="horz" pos="3833" userDrawn="1">
          <p15:clr>
            <a:srgbClr val="F26B43"/>
          </p15:clr>
        </p15:guide>
        <p15:guide id="8" orient="horz" pos="336" userDrawn="1">
          <p15:clr>
            <a:srgbClr val="F26B43"/>
          </p15:clr>
        </p15:guide>
        <p15:guide id="9" pos="7098" userDrawn="1">
          <p15:clr>
            <a:srgbClr val="F26B43"/>
          </p15:clr>
        </p15:guide>
        <p15:guide id="10" pos="74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2288583D-062C-4EE7-9D50-0A423C75C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93" y="1042990"/>
            <a:ext cx="10517114" cy="561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GRADE’19 vs. GRADE’21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2707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0E4384C5-F416-4285-BF83-EFE024DB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93" y="1042990"/>
            <a:ext cx="10517114" cy="561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GRADE’21 + </a:t>
            </a:r>
            <a:r>
              <a:rPr lang="en-GB" dirty="0" err="1"/>
              <a:t>onzekerheidsband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184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D432CA2E-B504-48B7-8710-149921E19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90" y="1043126"/>
            <a:ext cx="10517117" cy="561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GRADE’21 + </a:t>
            </a:r>
            <a:r>
              <a:rPr lang="en-GB" dirty="0" err="1"/>
              <a:t>onzekerheidsband</a:t>
            </a:r>
            <a:r>
              <a:rPr lang="en-GB" dirty="0"/>
              <a:t> + </a:t>
            </a:r>
            <a:r>
              <a:rPr lang="en-GB" dirty="0" err="1"/>
              <a:t>uitgeïntegreerd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464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GRADE’19 + </a:t>
            </a:r>
            <a:r>
              <a:rPr lang="en-GB" dirty="0" err="1"/>
              <a:t>onzekerheidsband</a:t>
            </a:r>
            <a:r>
              <a:rPr lang="en-GB" dirty="0"/>
              <a:t> + </a:t>
            </a:r>
            <a:r>
              <a:rPr lang="en-GB" dirty="0" err="1"/>
              <a:t>uitgeïntegreerd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AEB1BB4F-F6EF-46D0-A59E-5256C3027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89" y="1043127"/>
            <a:ext cx="10517118" cy="561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06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51A71F7A-ECB8-4A75-AB80-80BCD2D6C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90" y="1043127"/>
            <a:ext cx="10517115" cy="5619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GRADE’19 vs. GRADE’21+ </a:t>
            </a:r>
            <a:r>
              <a:rPr lang="en-GB" dirty="0" err="1"/>
              <a:t>onzekerheidsbanden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588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0B71A043-32C4-44C1-A243-43CFC50E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88" y="1043125"/>
            <a:ext cx="10517120" cy="561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GRADE’19 vs. GRADE’21 uitgeïntegreerde </a:t>
            </a:r>
            <a:r>
              <a:rPr lang="en-GB" dirty="0" err="1"/>
              <a:t>lijn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4416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27610FA-93BA-4FFE-BE92-BBC02B50D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88" y="1043125"/>
            <a:ext cx="10517120" cy="561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8A4D74-0138-4615-8BF6-877A50E1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95" y="500037"/>
            <a:ext cx="10517113" cy="936000"/>
          </a:xfrm>
        </p:spPr>
        <p:txBody>
          <a:bodyPr/>
          <a:lstStyle/>
          <a:p>
            <a:r>
              <a:rPr lang="en-GB" dirty="0"/>
              <a:t>GRADE’19 vs. GRADE’21 uitgeïntegreerde </a:t>
            </a:r>
            <a:r>
              <a:rPr lang="en-GB" dirty="0" err="1"/>
              <a:t>lijn</a:t>
            </a:r>
            <a:endParaRPr lang="en-GB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620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3A8573C-5DA6-4A69-B414-5FF2AC8F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96747"/>
              </p:ext>
            </p:extLst>
          </p:nvPr>
        </p:nvGraphicFramePr>
        <p:xfrm>
          <a:off x="549275" y="541695"/>
          <a:ext cx="4978399" cy="535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586">
                  <a:extLst>
                    <a:ext uri="{9D8B030D-6E8A-4147-A177-3AD203B41FA5}">
                      <a16:colId xmlns:a16="http://schemas.microsoft.com/office/drawing/2014/main" val="4200517793"/>
                    </a:ext>
                  </a:extLst>
                </a:gridCol>
                <a:gridCol w="1859439">
                  <a:extLst>
                    <a:ext uri="{9D8B030D-6E8A-4147-A177-3AD203B41FA5}">
                      <a16:colId xmlns:a16="http://schemas.microsoft.com/office/drawing/2014/main" val="1442453471"/>
                    </a:ext>
                  </a:extLst>
                </a:gridCol>
                <a:gridCol w="1857374">
                  <a:extLst>
                    <a:ext uri="{9D8B030D-6E8A-4147-A177-3AD203B41FA5}">
                      <a16:colId xmlns:a16="http://schemas.microsoft.com/office/drawing/2014/main" val="257214872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Herhaaltijd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15500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44397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2134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6316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97654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9056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60914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7940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39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0896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78400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2598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625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8396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9725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627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25723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3378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6475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76969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50001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7D2E42E-2F3A-4059-88B8-2C6E9A12B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244438"/>
              </p:ext>
            </p:extLst>
          </p:nvPr>
        </p:nvGraphicFramePr>
        <p:xfrm>
          <a:off x="6484637" y="541695"/>
          <a:ext cx="4978399" cy="535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586">
                  <a:extLst>
                    <a:ext uri="{9D8B030D-6E8A-4147-A177-3AD203B41FA5}">
                      <a16:colId xmlns:a16="http://schemas.microsoft.com/office/drawing/2014/main" val="4200517793"/>
                    </a:ext>
                  </a:extLst>
                </a:gridCol>
                <a:gridCol w="1859439">
                  <a:extLst>
                    <a:ext uri="{9D8B030D-6E8A-4147-A177-3AD203B41FA5}">
                      <a16:colId xmlns:a16="http://schemas.microsoft.com/office/drawing/2014/main" val="1442453471"/>
                    </a:ext>
                  </a:extLst>
                </a:gridCol>
                <a:gridCol w="1857374">
                  <a:extLst>
                    <a:ext uri="{9D8B030D-6E8A-4147-A177-3AD203B41FA5}">
                      <a16:colId xmlns:a16="http://schemas.microsoft.com/office/drawing/2014/main" val="257214872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Herhaaltijd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15500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44397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2134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6316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97654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9056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60914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7940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39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0896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78400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2598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625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8396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9725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627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25723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3378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6475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76969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50001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4B1D3DE-A02E-4DA1-A51D-670950A1B154}"/>
              </a:ext>
            </a:extLst>
          </p:cNvPr>
          <p:cNvSpPr txBox="1"/>
          <p:nvPr/>
        </p:nvSpPr>
        <p:spPr>
          <a:xfrm>
            <a:off x="1638300" y="9525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Op basis van Jaarmaxima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87BECB-1F5B-4ACE-B94C-B14B482D00A8}"/>
              </a:ext>
            </a:extLst>
          </p:cNvPr>
          <p:cNvSpPr txBox="1"/>
          <p:nvPr/>
        </p:nvSpPr>
        <p:spPr>
          <a:xfrm>
            <a:off x="7162802" y="95250"/>
            <a:ext cx="398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Op basis van Peak over </a:t>
            </a:r>
            <a:r>
              <a:rPr lang="nl-NL" dirty="0" err="1"/>
              <a:t>Threshold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73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19F8B8-12BA-4EEB-A5B6-FA7BD725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October 19, 2018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08BB195-80F9-4C55-89E2-35FEBCD8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B3F14-D836-496B-80A2-23BE75BD68CB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AE84-7ACA-4065-BE58-194022FD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GRADE-</a:t>
            </a:r>
            <a:r>
              <a:rPr lang="nl-NL" dirty="0" err="1"/>
              <a:t>OnZekerheidsAnalyse</a:t>
            </a:r>
            <a:endParaRPr lang="nl-NL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3A8573C-5DA6-4A69-B414-5FF2AC8F3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77571"/>
              </p:ext>
            </p:extLst>
          </p:nvPr>
        </p:nvGraphicFramePr>
        <p:xfrm>
          <a:off x="549275" y="541695"/>
          <a:ext cx="4978399" cy="535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586">
                  <a:extLst>
                    <a:ext uri="{9D8B030D-6E8A-4147-A177-3AD203B41FA5}">
                      <a16:colId xmlns:a16="http://schemas.microsoft.com/office/drawing/2014/main" val="4200517793"/>
                    </a:ext>
                  </a:extLst>
                </a:gridCol>
                <a:gridCol w="1859439">
                  <a:extLst>
                    <a:ext uri="{9D8B030D-6E8A-4147-A177-3AD203B41FA5}">
                      <a16:colId xmlns:a16="http://schemas.microsoft.com/office/drawing/2014/main" val="1442453471"/>
                    </a:ext>
                  </a:extLst>
                </a:gridCol>
                <a:gridCol w="1857374">
                  <a:extLst>
                    <a:ext uri="{9D8B030D-6E8A-4147-A177-3AD203B41FA5}">
                      <a16:colId xmlns:a16="http://schemas.microsoft.com/office/drawing/2014/main" val="257214872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Herhaaltijd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15500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1400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44397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1860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2134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2150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6316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2520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97654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2590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9056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60914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7940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39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0896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78400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2598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625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8396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9725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627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25723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3378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6475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76969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50001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7D2E42E-2F3A-4059-88B8-2C6E9A12B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339221"/>
              </p:ext>
            </p:extLst>
          </p:nvPr>
        </p:nvGraphicFramePr>
        <p:xfrm>
          <a:off x="6484637" y="541695"/>
          <a:ext cx="4978399" cy="5351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586">
                  <a:extLst>
                    <a:ext uri="{9D8B030D-6E8A-4147-A177-3AD203B41FA5}">
                      <a16:colId xmlns:a16="http://schemas.microsoft.com/office/drawing/2014/main" val="4200517793"/>
                    </a:ext>
                  </a:extLst>
                </a:gridCol>
                <a:gridCol w="1859439">
                  <a:extLst>
                    <a:ext uri="{9D8B030D-6E8A-4147-A177-3AD203B41FA5}">
                      <a16:colId xmlns:a16="http://schemas.microsoft.com/office/drawing/2014/main" val="1442453471"/>
                    </a:ext>
                  </a:extLst>
                </a:gridCol>
                <a:gridCol w="1857374">
                  <a:extLst>
                    <a:ext uri="{9D8B030D-6E8A-4147-A177-3AD203B41FA5}">
                      <a16:colId xmlns:a16="http://schemas.microsoft.com/office/drawing/2014/main" val="257214872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Herhaaltijd</a:t>
                      </a:r>
                      <a:endParaRPr lang="en-US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Q-GRADE21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15500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1530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0443973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1900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2134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2170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96316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2530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976546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2600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29056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60914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879407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23956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70896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78400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2598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5625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839697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9725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62794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25723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33787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4140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647594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76969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835000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2C45DB6-8159-4D67-9807-1F58D970C58F}"/>
              </a:ext>
            </a:extLst>
          </p:cNvPr>
          <p:cNvSpPr txBox="1"/>
          <p:nvPr/>
        </p:nvSpPr>
        <p:spPr>
          <a:xfrm>
            <a:off x="1638300" y="9525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Op basis van Jaarmaxima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D0F2A-0D58-4E39-BCD1-23803A1B7B7E}"/>
              </a:ext>
            </a:extLst>
          </p:cNvPr>
          <p:cNvSpPr txBox="1"/>
          <p:nvPr/>
        </p:nvSpPr>
        <p:spPr>
          <a:xfrm>
            <a:off x="7162802" y="95250"/>
            <a:ext cx="398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Op basis van Peak over </a:t>
            </a:r>
            <a:r>
              <a:rPr lang="nl-NL" dirty="0" err="1"/>
              <a:t>Threshold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40788-8A28-4F96-AFF5-EB857383D2E3}"/>
              </a:ext>
            </a:extLst>
          </p:cNvPr>
          <p:cNvSpPr txBox="1"/>
          <p:nvPr/>
        </p:nvSpPr>
        <p:spPr>
          <a:xfrm>
            <a:off x="4105918" y="6136499"/>
            <a:ext cx="3980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highlight>
                  <a:srgbClr val="FFFF00"/>
                </a:highlight>
              </a:rPr>
              <a:t>Verschillen AM en POT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22449283"/>
      </p:ext>
    </p:extLst>
  </p:cSld>
  <p:clrMapOvr>
    <a:masterClrMapping/>
  </p:clrMapOvr>
</p:sld>
</file>

<file path=ppt/theme/theme1.xml><?xml version="1.0" encoding="utf-8"?>
<a:theme xmlns:a="http://schemas.openxmlformats.org/drawingml/2006/main" name="Deltares">
  <a:themeElements>
    <a:clrScheme name="Deltares">
      <a:dk1>
        <a:sysClr val="windowText" lastClr="000000"/>
      </a:dk1>
      <a:lt1>
        <a:sysClr val="window" lastClr="FFFFFF"/>
      </a:lt1>
      <a:dk2>
        <a:srgbClr val="080C80"/>
      </a:dk2>
      <a:lt2>
        <a:srgbClr val="F2F2F2"/>
      </a:lt2>
      <a:accent1>
        <a:srgbClr val="080C80"/>
      </a:accent1>
      <a:accent2>
        <a:srgbClr val="0D38E0"/>
      </a:accent2>
      <a:accent3>
        <a:srgbClr val="0EBBF0"/>
      </a:accent3>
      <a:accent4>
        <a:srgbClr val="00B389"/>
      </a:accent4>
      <a:accent5>
        <a:srgbClr val="00CC96"/>
      </a:accent5>
      <a:accent6>
        <a:srgbClr val="00E6A1"/>
      </a:accent6>
      <a:hlink>
        <a:srgbClr val="0D38E0"/>
      </a:hlink>
      <a:folHlink>
        <a:srgbClr val="7070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ltares - Sjabloon UK.potx" id="{60C54E0E-A5B2-4FEE-8E0B-136331C7CB0D}" vid="{4F8657CA-FEBF-4234-88FD-946F34CF5C03}"/>
    </a:ext>
  </a:extLst>
</a:theme>
</file>

<file path=ppt/theme/theme2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Deltares">
      <a:dk1>
        <a:sysClr val="windowText" lastClr="000000"/>
      </a:dk1>
      <a:lt1>
        <a:sysClr val="window" lastClr="FFFFFF"/>
      </a:lt1>
      <a:dk2>
        <a:srgbClr val="0A28A3"/>
      </a:dk2>
      <a:lt2>
        <a:srgbClr val="FFFFFF"/>
      </a:lt2>
      <a:accent1>
        <a:srgbClr val="0A28A3"/>
      </a:accent1>
      <a:accent2>
        <a:srgbClr val="0E43F0"/>
      </a:accent2>
      <a:accent3>
        <a:srgbClr val="0ECAF0"/>
      </a:accent3>
      <a:accent4>
        <a:srgbClr val="00B389"/>
      </a:accent4>
      <a:accent5>
        <a:srgbClr val="00CC96"/>
      </a:accent5>
      <a:accent6>
        <a:srgbClr val="00E6A1"/>
      </a:accent6>
      <a:hlink>
        <a:srgbClr val="0E43F0"/>
      </a:hlink>
      <a:folHlink>
        <a:srgbClr val="0A28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8dc3081-d8a1-4e92-884a-04f6ca0fc63f"/>
    <TaxKeywordTaxHTField xmlns="9dc10479-9fe1-482d-8b13-fa9fc147c365">
      <Terms xmlns="http://schemas.microsoft.com/office/infopath/2007/PartnerControls"/>
    </TaxKeyword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CBE09418E094297756BB7D28E2B2D" ma:contentTypeVersion="13" ma:contentTypeDescription="Een nieuw document maken." ma:contentTypeScope="" ma:versionID="43c57db1ef9d2047f0afe528fe94cd7b">
  <xsd:schema xmlns:xsd="http://www.w3.org/2001/XMLSchema" xmlns:xs="http://www.w3.org/2001/XMLSchema" xmlns:p="http://schemas.microsoft.com/office/2006/metadata/properties" xmlns:ns2="5db5d4ef-9fd2-45ea-8e34-77d63cce28d8" xmlns:ns3="9dc10479-9fe1-482d-8b13-fa9fc147c365" xmlns:ns4="58dc3081-d8a1-4e92-884a-04f6ca0fc63f" targetNamespace="http://schemas.microsoft.com/office/2006/metadata/properties" ma:root="true" ma:fieldsID="752a5c63f437750ef2cedcd6166ab022" ns2:_="" ns3:_="" ns4:_="">
    <xsd:import namespace="5db5d4ef-9fd2-45ea-8e34-77d63cce28d8"/>
    <xsd:import namespace="9dc10479-9fe1-482d-8b13-fa9fc147c365"/>
    <xsd:import namespace="58dc3081-d8a1-4e92-884a-04f6ca0fc6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KeywordTaxHTField" minOccurs="0"/>
                <xsd:element ref="ns4:TaxCatchAll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b5d4ef-9fd2-45ea-8e34-77d63cce28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c10479-9fe1-482d-8b13-fa9fc147c365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1" nillable="true" ma:taxonomy="true" ma:internalName="TaxKeywordTaxHTField" ma:taxonomyFieldName="TaxKeyword" ma:displayName="Ondernemingstrefwoorden" ma:fieldId="{23f27201-bee3-471e-b2e7-b64fd8b7ca38}" ma:taxonomyMulti="true" ma:sspId="23b92cde-922f-41e6-b057-b97c56e4b7b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c3081-d8a1-4e92-884a-04f6ca0fc6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65bc13-3d8f-49fb-9e07-0ee17562167c}" ma:internalName="TaxCatchAll" ma:showField="CatchAllData" ma:web="9dc10479-9fe1-482d-8b13-fa9fc147c3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DF6626-F3CA-4DB6-97F3-50ACA793C97C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58dc3081-d8a1-4e92-884a-04f6ca0fc63f"/>
    <ds:schemaRef ds:uri="http://purl.org/dc/terms/"/>
    <ds:schemaRef ds:uri="http://schemas.microsoft.com/office/2006/metadata/properties"/>
    <ds:schemaRef ds:uri="http://schemas.microsoft.com/office/2006/documentManagement/types"/>
    <ds:schemaRef ds:uri="5db5d4ef-9fd2-45ea-8e34-77d63cce28d8"/>
    <ds:schemaRef ds:uri="9dc10479-9fe1-482d-8b13-fa9fc147c36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D7632B3-E712-4A5A-BFB2-E82A857482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b5d4ef-9fd2-45ea-8e34-77d63cce28d8"/>
    <ds:schemaRef ds:uri="9dc10479-9fe1-482d-8b13-fa9fc147c365"/>
    <ds:schemaRef ds:uri="58dc3081-d8a1-4e92-884a-04f6ca0fc6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F049C5-34FC-4054-9737-0DAA15D8F6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10074</TotalTime>
  <Words>363</Words>
  <Application>Microsoft Office PowerPoint</Application>
  <PresentationFormat>Widescreen</PresentationFormat>
  <Paragraphs>289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Deltares</vt:lpstr>
      <vt:lpstr>GRADE’19 vs. GRADE’21</vt:lpstr>
      <vt:lpstr>GRADE’21 + onzekerheidsband</vt:lpstr>
      <vt:lpstr>GRADE’21 + onzekerheidsband + uitgeïntegreerd</vt:lpstr>
      <vt:lpstr>GRADE’19 + onzekerheidsband + uitgeïntegreerd</vt:lpstr>
      <vt:lpstr>GRADE’19 vs. GRADE’21+ onzekerheidsbanden</vt:lpstr>
      <vt:lpstr>GRADE’19 vs. GRADE’21 uitgeïntegreerde lijn</vt:lpstr>
      <vt:lpstr>GRADE’19 vs. GRADE’21 uitgeïntegreerde lijn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Tjitske Geertsema</dc:creator>
  <cp:lastModifiedBy>Mark Hegnauer</cp:lastModifiedBy>
  <cp:revision>35</cp:revision>
  <dcterms:created xsi:type="dcterms:W3CDTF">2020-11-23T12:17:22Z</dcterms:created>
  <dcterms:modified xsi:type="dcterms:W3CDTF">2021-02-19T09:55:39Z</dcterms:modified>
</cp:coreProperties>
</file>